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96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h6jTAKu3MXc/p7nI2VuSfkQY3t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689"/>
  </p:normalViewPr>
  <p:slideViewPr>
    <p:cSldViewPr snapToGrid="0">
      <p:cViewPr varScale="1">
        <p:scale>
          <a:sx n="147" d="100"/>
          <a:sy n="147" d="100"/>
        </p:scale>
        <p:origin x="10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customschemas.google.com/relationships/presentationmetadata" Target="meta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4" name="Google Shape;107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Thanks Vedant and Shivani for setting the benchmark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Greetings everyone.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 am Raghav Gupta, pursuing my masters in business analytics at Cal State. Data Engineer Intern at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Apexon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Today, After almost 2 months of teamwork. Thanks to the mentorship of Samuel, Guidance of Prasanth, all the leadership meetings to understand the importance of business value better and deliver a solution aligning with that.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So, we are excited to present our AI-powered solution: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ApexBot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a 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Chatbot Assistant for 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Apexon.com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The solution revolutionizes how we handle customer interactions and inquiries, leveraging cutting-edge technology to provide instant,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Apexon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-specific responses and optimize the user experience at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apexon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website.</a:t>
            </a:r>
            <a:endParaRPr dirty="0"/>
          </a:p>
        </p:txBody>
      </p:sp>
      <p:sp>
        <p:nvSpPr>
          <p:cNvPr id="1075" name="Google Shape;107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1. Today to have a better understanding of our solution we'll go through the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2. Logo for the </a:t>
            </a:r>
            <a:r>
              <a:rPr lang="en-US" dirty="0" err="1"/>
              <a:t>Apexbot</a:t>
            </a:r>
            <a:r>
              <a:rPr lang="en-US" dirty="0"/>
              <a:t> and as you can see on the right side of the screen, </a:t>
            </a:r>
            <a:r>
              <a:rPr lang="en-US" dirty="0" err="1"/>
              <a:t>Apexbot</a:t>
            </a:r>
            <a:r>
              <a:rPr lang="en-US" dirty="0"/>
              <a:t> won't entertain the general queries of the user and will tend to focus just on queries related to </a:t>
            </a:r>
            <a:r>
              <a:rPr lang="en-US" dirty="0" err="1"/>
              <a:t>Apexon</a:t>
            </a:r>
            <a:endParaRPr dirty="0"/>
          </a:p>
        </p:txBody>
      </p:sp>
      <p:sp>
        <p:nvSpPr>
          <p:cNvPr id="1084" name="Google Shape;10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1" name="Google Shape;10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2f99d3f5a6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8" name="Google Shape;1098;g2f99d3f5a6d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Why GPT over others(llama/hugging face) - Accurate responses and scope of scalability of the solution.</a:t>
            </a:r>
            <a:endParaRPr dirty="0"/>
          </a:p>
        </p:txBody>
      </p:sp>
      <p:sp>
        <p:nvSpPr>
          <p:cNvPr id="1099" name="Google Shape;1099;g2f99d3f5a6d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8" name="Google Shape;11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2f99d3f5a6d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5" name="Google Shape;1115;g2f99d3f5a6d_0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Positive curve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We came across some key predictions from reputed agencies like Juniper research, Gartner, CNBC and </a:t>
            </a:r>
            <a:r>
              <a:rPr lang="en-US" dirty="0" err="1"/>
              <a:t>Invesp</a:t>
            </a:r>
            <a:r>
              <a:rPr lang="en-US" dirty="0"/>
              <a:t> Cro which suggests that </a:t>
            </a:r>
            <a:endParaRPr dirty="0"/>
          </a:p>
        </p:txBody>
      </p:sp>
      <p:sp>
        <p:nvSpPr>
          <p:cNvPr id="1116" name="Google Shape;1116;g2f99d3f5a6d_0_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2f99d3f5a6d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1" name="Google Shape;1131;g2f99d3f5a6d_0_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potential market in multiple domains like ecommerce, ...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Lately I have been using amazon lately and I didn't have to call customer care in fact got my query resolved in under 5 minutes.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b="1" dirty="0"/>
              <a:t>AI Chatbot Response Time - few seconds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b="1" dirty="0"/>
              <a:t>Call Centers </a:t>
            </a:r>
            <a:r>
              <a:rPr lang="en-US" dirty="0"/>
              <a:t>Several minutes or longer</a:t>
            </a:r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b="1" dirty="0"/>
              <a:t>Website Forms - </a:t>
            </a:r>
            <a:r>
              <a:rPr lang="en-US" dirty="0"/>
              <a:t>24-72 hours</a:t>
            </a:r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b="1" dirty="0"/>
              <a:t>Email Support - </a:t>
            </a:r>
            <a:r>
              <a:rPr lang="en-US" dirty="0"/>
              <a:t>24-48 hours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32" name="Google Shape;1132;g2f99d3f5a6d_0_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9" name="Google Shape;11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2fa2707f2f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6" name="Google Shape;1156;g2fa2707f2fe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57" name="Google Shape;1157;g2fa2707f2fe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2f99d3f5a6d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8" name="Google Shape;1178;g2f99d3f5a6d_0_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9" name="Google Shape;1179;g2f99d3f5a6d_0_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2fa2707f2fe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8" name="Google Shape;1238;g2fa2707f2fe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9" name="Google Shape;1239;g2fa2707f2fe_0_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2fa0e93b380_4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3" name="Google Shape;1253;g2fa0e93b380_4_2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4" name="Google Shape;1254;g2fa0e93b380_4_2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4" name="Google Shape;1264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5" name="Google Shape;1265;p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2f99d3f5a6d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5" name="Google Shape;1285;g2f99d3f5a6d_1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6" name="Google Shape;1286;g2f99d3f5a6d_1_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8" name="Google Shape;130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2f99d3f5a6d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5" name="Google Shape;1315;g2f99d3f5a6d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16" name="Google Shape;1316;g2f99d3f5a6d_0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8" name="Google Shape;133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5" descr="A large iceberg in the water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5"/>
          <p:cNvSpPr txBox="1">
            <a:spLocks noGrp="1"/>
          </p:cNvSpPr>
          <p:nvPr>
            <p:ph type="ctrTitle"/>
          </p:nvPr>
        </p:nvSpPr>
        <p:spPr>
          <a:xfrm>
            <a:off x="694800" y="1122362"/>
            <a:ext cx="9144000" cy="2649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subTitle" idx="1"/>
          </p:nvPr>
        </p:nvSpPr>
        <p:spPr>
          <a:xfrm>
            <a:off x="699036" y="3969052"/>
            <a:ext cx="91440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body" idx="2"/>
          </p:nvPr>
        </p:nvSpPr>
        <p:spPr>
          <a:xfrm>
            <a:off x="694800" y="4727753"/>
            <a:ext cx="6535458" cy="526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20" name="Google Shape;2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4800" y="5759315"/>
            <a:ext cx="1503475" cy="394577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5"/>
          <p:cNvSpPr txBox="1"/>
          <p:nvPr/>
        </p:nvSpPr>
        <p:spPr>
          <a:xfrm>
            <a:off x="3467099" y="6429088"/>
            <a:ext cx="8042566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Confidential Information – For intended recipients only. Apexon, Copyright © 2024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s &amp; 2 x Content">
  <p:cSld name="Title, Subs &amp; 2 x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body" idx="1"/>
          </p:nvPr>
        </p:nvSpPr>
        <p:spPr>
          <a:xfrm>
            <a:off x="723899" y="2619374"/>
            <a:ext cx="5105401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body" idx="4"/>
          </p:nvPr>
        </p:nvSpPr>
        <p:spPr>
          <a:xfrm>
            <a:off x="723898" y="2060573"/>
            <a:ext cx="5105401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body" idx="5"/>
          </p:nvPr>
        </p:nvSpPr>
        <p:spPr>
          <a:xfrm>
            <a:off x="6362700" y="2619374"/>
            <a:ext cx="5105401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body" idx="6"/>
          </p:nvPr>
        </p:nvSpPr>
        <p:spPr>
          <a:xfrm>
            <a:off x="6362699" y="2060573"/>
            <a:ext cx="5105401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16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A">
  <p:cSld name="Divider A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799620" y="2788138"/>
            <a:ext cx="774803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799620" y="4457523"/>
            <a:ext cx="6535458" cy="1068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36" name="Google Shape;3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97288" y="355297"/>
            <a:ext cx="1112377" cy="29193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8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18"/>
          <p:cNvSpPr txBox="1"/>
          <p:nvPr/>
        </p:nvSpPr>
        <p:spPr>
          <a:xfrm>
            <a:off x="4651513" y="6429088"/>
            <a:ext cx="685815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Confidential Information – For intended recipients only. Apexon, Copyright © 2024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8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vider B">
  <p:cSld name="1_Divider B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9" descr="A person standing in front of a group of peop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272540" cy="690330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9"/>
          <p:cNvSpPr/>
          <p:nvPr/>
        </p:nvSpPr>
        <p:spPr>
          <a:xfrm>
            <a:off x="-11792" y="-51776"/>
            <a:ext cx="12307201" cy="6955080"/>
          </a:xfrm>
          <a:prstGeom prst="rect">
            <a:avLst/>
          </a:prstGeom>
          <a:solidFill>
            <a:srgbClr val="95F7F9">
              <a:alpha val="8549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4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97287" y="354749"/>
            <a:ext cx="1112377" cy="292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19"/>
          <p:cNvPicPr preferRelativeResize="0"/>
          <p:nvPr/>
        </p:nvPicPr>
        <p:blipFill rotWithShape="1">
          <a:blip r:embed="rId4">
            <a:alphaModFix/>
          </a:blip>
          <a:srcRect r="28026" b="71919"/>
          <a:stretch/>
        </p:blipFill>
        <p:spPr>
          <a:xfrm>
            <a:off x="329167" y="1092200"/>
            <a:ext cx="14682523" cy="576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9"/>
          <p:cNvSpPr txBox="1">
            <a:spLocks noGrp="1"/>
          </p:cNvSpPr>
          <p:nvPr>
            <p:ph type="title"/>
          </p:nvPr>
        </p:nvSpPr>
        <p:spPr>
          <a:xfrm>
            <a:off x="799620" y="2788138"/>
            <a:ext cx="774803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799620" y="4457523"/>
            <a:ext cx="6535458" cy="1068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19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9"/>
          <p:cNvSpPr txBox="1"/>
          <p:nvPr/>
        </p:nvSpPr>
        <p:spPr>
          <a:xfrm>
            <a:off x="3467099" y="6429088"/>
            <a:ext cx="8042566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Confidential Information – For intended recipients only. Apexon, Copyright © 2024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E">
  <p:cSld name="Divider 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22" descr="A group of people looking at a computer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2"/>
          <p:cNvSpPr txBox="1">
            <a:spLocks noGrp="1"/>
          </p:cNvSpPr>
          <p:nvPr>
            <p:ph type="title"/>
          </p:nvPr>
        </p:nvSpPr>
        <p:spPr>
          <a:xfrm>
            <a:off x="799620" y="2788138"/>
            <a:ext cx="774803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799620" y="4457523"/>
            <a:ext cx="6535458" cy="1068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54" name="Google Shape;5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97288" y="355297"/>
            <a:ext cx="1112377" cy="29193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2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2"/>
          <p:cNvSpPr txBox="1"/>
          <p:nvPr/>
        </p:nvSpPr>
        <p:spPr>
          <a:xfrm>
            <a:off x="3467099" y="6429088"/>
            <a:ext cx="8042566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Confidential Information – For intended recipients only. Apexon, Copyright © 2024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 &amp; Content">
  <p:cSld name="Title, Sub &amp; Conten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648" cy="140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723899" y="2620800"/>
            <a:ext cx="9292935" cy="3781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Char char="•"/>
              <a:defRPr sz="1600" b="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648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0"/>
          <p:cNvSpPr txBox="1">
            <a:spLocks noGrp="1"/>
          </p:cNvSpPr>
          <p:nvPr>
            <p:ph type="body" idx="3"/>
          </p:nvPr>
        </p:nvSpPr>
        <p:spPr>
          <a:xfrm>
            <a:off x="723899" y="1977445"/>
            <a:ext cx="9292935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" name="Google Shape;64;p30"/>
          <p:cNvSpPr txBox="1"/>
          <p:nvPr/>
        </p:nvSpPr>
        <p:spPr>
          <a:xfrm>
            <a:off x="11603188" y="6424004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B">
  <p:cSld name="Divider B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20" descr="A group of people in a hospital bed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0"/>
          <p:cNvSpPr txBox="1">
            <a:spLocks noGrp="1"/>
          </p:cNvSpPr>
          <p:nvPr>
            <p:ph type="title"/>
          </p:nvPr>
        </p:nvSpPr>
        <p:spPr>
          <a:xfrm>
            <a:off x="799620" y="2788138"/>
            <a:ext cx="774803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body" idx="1"/>
          </p:nvPr>
        </p:nvSpPr>
        <p:spPr>
          <a:xfrm>
            <a:off x="799620" y="4457523"/>
            <a:ext cx="6535458" cy="1068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9" name="Google Shape;6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97288" y="355297"/>
            <a:ext cx="1112377" cy="29193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0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20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0"/>
          <p:cNvSpPr txBox="1"/>
          <p:nvPr/>
        </p:nvSpPr>
        <p:spPr>
          <a:xfrm>
            <a:off x="3467099" y="6429088"/>
            <a:ext cx="8042566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Confidential Information – For intended recipients only. Apexon, Copyright © 2024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C">
  <p:cSld name="Divider C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21" descr="Background pattern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>
            <a:off x="799620" y="2788138"/>
            <a:ext cx="774803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>
            <a:off x="799620" y="4457523"/>
            <a:ext cx="6535458" cy="1068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77" name="Google Shape;7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97288" y="355297"/>
            <a:ext cx="1112377" cy="29193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1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21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1"/>
          <p:cNvSpPr txBox="1"/>
          <p:nvPr/>
        </p:nvSpPr>
        <p:spPr>
          <a:xfrm>
            <a:off x="5688281" y="6429088"/>
            <a:ext cx="5821384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Confidential Information – For intended recipients only. Apexon, Copyright © 2024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">
  <p:cSld name="Thank you">
    <p:bg>
      <p:bgPr>
        <a:solidFill>
          <a:srgbClr val="192240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4"/>
          <p:cNvSpPr txBox="1">
            <a:spLocks noGrp="1"/>
          </p:cNvSpPr>
          <p:nvPr>
            <p:ph type="title"/>
          </p:nvPr>
        </p:nvSpPr>
        <p:spPr>
          <a:xfrm>
            <a:off x="723899" y="1695450"/>
            <a:ext cx="10515600" cy="165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body" idx="1"/>
          </p:nvPr>
        </p:nvSpPr>
        <p:spPr>
          <a:xfrm>
            <a:off x="695325" y="4156583"/>
            <a:ext cx="3152775" cy="1497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rgbClr val="1D6EE4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4"/>
          <p:cNvSpPr txBox="1">
            <a:spLocks noGrp="1"/>
          </p:cNvSpPr>
          <p:nvPr>
            <p:ph type="body" idx="2"/>
          </p:nvPr>
        </p:nvSpPr>
        <p:spPr>
          <a:xfrm>
            <a:off x="4086225" y="4156583"/>
            <a:ext cx="3152775" cy="1497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rgbClr val="1D6EE4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85" name="Google Shape;85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4800" y="5759315"/>
            <a:ext cx="1503475" cy="394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(Blue Background)">
  <p:cSld name="Title and Content (Blue Background)">
    <p:bg>
      <p:bgPr>
        <a:solidFill>
          <a:srgbClr val="1D6EE4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5"/>
          <p:cNvSpPr txBox="1">
            <a:spLocks noGrp="1"/>
          </p:cNvSpPr>
          <p:nvPr>
            <p:ph type="title"/>
          </p:nvPr>
        </p:nvSpPr>
        <p:spPr>
          <a:xfrm>
            <a:off x="723899" y="577127"/>
            <a:ext cx="8830648" cy="1035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5"/>
          <p:cNvSpPr txBox="1">
            <a:spLocks noGrp="1"/>
          </p:cNvSpPr>
          <p:nvPr>
            <p:ph type="body" idx="1"/>
          </p:nvPr>
        </p:nvSpPr>
        <p:spPr>
          <a:xfrm>
            <a:off x="723899" y="1913502"/>
            <a:ext cx="10785766" cy="4077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25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648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25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Title Slide">
  <p:cSld name="2_Title Slid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6" descr="Matterhorn with snow on top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6"/>
          <p:cNvSpPr/>
          <p:nvPr/>
        </p:nvSpPr>
        <p:spPr>
          <a:xfrm>
            <a:off x="-23582" y="-11671"/>
            <a:ext cx="12215582" cy="6903304"/>
          </a:xfrm>
          <a:prstGeom prst="rect">
            <a:avLst/>
          </a:prstGeom>
          <a:solidFill>
            <a:srgbClr val="95F7F9">
              <a:alpha val="8549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26"/>
          <p:cNvPicPr preferRelativeResize="0"/>
          <p:nvPr/>
        </p:nvPicPr>
        <p:blipFill rotWithShape="1">
          <a:blip r:embed="rId3">
            <a:alphaModFix/>
          </a:blip>
          <a:srcRect r="28026" b="71919"/>
          <a:stretch/>
        </p:blipFill>
        <p:spPr>
          <a:xfrm>
            <a:off x="3921294" y="3610109"/>
            <a:ext cx="8270706" cy="3247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6"/>
          <p:cNvPicPr preferRelativeResize="0"/>
          <p:nvPr/>
        </p:nvPicPr>
        <p:blipFill rotWithShape="1">
          <a:blip r:embed="rId4">
            <a:alphaModFix/>
          </a:blip>
          <a:srcRect t="42958" r="27146"/>
          <a:stretch/>
        </p:blipFill>
        <p:spPr>
          <a:xfrm>
            <a:off x="8182307" y="-15509"/>
            <a:ext cx="4009693" cy="543744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6"/>
          <p:cNvSpPr txBox="1">
            <a:spLocks noGrp="1"/>
          </p:cNvSpPr>
          <p:nvPr>
            <p:ph type="ctrTitle"/>
          </p:nvPr>
        </p:nvSpPr>
        <p:spPr>
          <a:xfrm>
            <a:off x="694800" y="1122362"/>
            <a:ext cx="9144000" cy="2649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  <a:defRPr sz="6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6"/>
          <p:cNvSpPr txBox="1">
            <a:spLocks noGrp="1"/>
          </p:cNvSpPr>
          <p:nvPr>
            <p:ph type="subTitle" idx="1"/>
          </p:nvPr>
        </p:nvSpPr>
        <p:spPr>
          <a:xfrm>
            <a:off x="699036" y="3969052"/>
            <a:ext cx="91440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8" name="Google Shape;98;p26"/>
          <p:cNvSpPr txBox="1">
            <a:spLocks noGrp="1"/>
          </p:cNvSpPr>
          <p:nvPr>
            <p:ph type="body" idx="2"/>
          </p:nvPr>
        </p:nvSpPr>
        <p:spPr>
          <a:xfrm>
            <a:off x="694800" y="4727753"/>
            <a:ext cx="6535458" cy="526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26"/>
          <p:cNvSpPr txBox="1"/>
          <p:nvPr/>
        </p:nvSpPr>
        <p:spPr>
          <a:xfrm>
            <a:off x="3467099" y="6429088"/>
            <a:ext cx="8042566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Confidential Information – For intended recipients only. Apexon, Copyright © 2024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4801" y="5755057"/>
            <a:ext cx="1503932" cy="39543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6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26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_Title Slide">
  <p:cSld name="4_Title Slide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7" descr="A person standing in front of a group of peop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353365" cy="694876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7"/>
          <p:cNvSpPr/>
          <p:nvPr/>
        </p:nvSpPr>
        <p:spPr>
          <a:xfrm>
            <a:off x="-1" y="-22652"/>
            <a:ext cx="12353364" cy="6971420"/>
          </a:xfrm>
          <a:prstGeom prst="rect">
            <a:avLst/>
          </a:prstGeom>
          <a:solidFill>
            <a:srgbClr val="95F7F9">
              <a:alpha val="8549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7"/>
          <p:cNvPicPr preferRelativeResize="0"/>
          <p:nvPr/>
        </p:nvPicPr>
        <p:blipFill rotWithShape="1">
          <a:blip r:embed="rId3">
            <a:alphaModFix/>
          </a:blip>
          <a:srcRect r="28026" b="71919"/>
          <a:stretch/>
        </p:blipFill>
        <p:spPr>
          <a:xfrm>
            <a:off x="329167" y="1092200"/>
            <a:ext cx="14682523" cy="576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7"/>
          <p:cNvSpPr txBox="1">
            <a:spLocks noGrp="1"/>
          </p:cNvSpPr>
          <p:nvPr>
            <p:ph type="title"/>
          </p:nvPr>
        </p:nvSpPr>
        <p:spPr>
          <a:xfrm>
            <a:off x="799620" y="2788138"/>
            <a:ext cx="774803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7"/>
          <p:cNvSpPr txBox="1">
            <a:spLocks noGrp="1"/>
          </p:cNvSpPr>
          <p:nvPr>
            <p:ph type="body" idx="1"/>
          </p:nvPr>
        </p:nvSpPr>
        <p:spPr>
          <a:xfrm>
            <a:off x="799620" y="4457523"/>
            <a:ext cx="6535458" cy="1068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27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27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7"/>
          <p:cNvSpPr txBox="1"/>
          <p:nvPr/>
        </p:nvSpPr>
        <p:spPr>
          <a:xfrm>
            <a:off x="3467099" y="6429088"/>
            <a:ext cx="8042566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Confidential Information – For intended recipients only. Apexon, Copyright © 2024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97287" y="354749"/>
            <a:ext cx="1112377" cy="292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8"/>
          <p:cNvSpPr txBox="1">
            <a:spLocks noGrp="1"/>
          </p:cNvSpPr>
          <p:nvPr>
            <p:ph type="ctrTitle"/>
          </p:nvPr>
        </p:nvSpPr>
        <p:spPr>
          <a:xfrm>
            <a:off x="694800" y="1122362"/>
            <a:ext cx="9144000" cy="2649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8"/>
          <p:cNvSpPr txBox="1">
            <a:spLocks noGrp="1"/>
          </p:cNvSpPr>
          <p:nvPr>
            <p:ph type="subTitle" idx="1"/>
          </p:nvPr>
        </p:nvSpPr>
        <p:spPr>
          <a:xfrm>
            <a:off x="699036" y="3969052"/>
            <a:ext cx="91440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6" name="Google Shape;116;p28"/>
          <p:cNvSpPr txBox="1">
            <a:spLocks noGrp="1"/>
          </p:cNvSpPr>
          <p:nvPr>
            <p:ph type="body" idx="2"/>
          </p:nvPr>
        </p:nvSpPr>
        <p:spPr>
          <a:xfrm>
            <a:off x="694800" y="4727753"/>
            <a:ext cx="6535458" cy="542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117" name="Google Shape;117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4800" y="5759315"/>
            <a:ext cx="1503475" cy="394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Title Slide">
  <p:cSld name="3_Title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9"/>
          <p:cNvSpPr/>
          <p:nvPr/>
        </p:nvSpPr>
        <p:spPr>
          <a:xfrm>
            <a:off x="-23582" y="-15509"/>
            <a:ext cx="12215582" cy="6903304"/>
          </a:xfrm>
          <a:prstGeom prst="rect">
            <a:avLst/>
          </a:prstGeom>
          <a:gradFill>
            <a:gsLst>
              <a:gs pos="0">
                <a:srgbClr val="1D6EE4">
                  <a:alpha val="67450"/>
                </a:srgbClr>
              </a:gs>
              <a:gs pos="11000">
                <a:srgbClr val="1D6EE4">
                  <a:alpha val="67450"/>
                </a:srgbClr>
              </a:gs>
              <a:gs pos="89000">
                <a:srgbClr val="10D1EF">
                  <a:alpha val="71764"/>
                </a:srgbClr>
              </a:gs>
              <a:gs pos="100000">
                <a:srgbClr val="10D1EF">
                  <a:alpha val="71764"/>
                </a:srgbClr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9"/>
          <p:cNvSpPr txBox="1">
            <a:spLocks noGrp="1"/>
          </p:cNvSpPr>
          <p:nvPr>
            <p:ph type="ctrTitle"/>
          </p:nvPr>
        </p:nvSpPr>
        <p:spPr>
          <a:xfrm>
            <a:off x="694800" y="1122362"/>
            <a:ext cx="9144000" cy="2649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9"/>
          <p:cNvSpPr txBox="1">
            <a:spLocks noGrp="1"/>
          </p:cNvSpPr>
          <p:nvPr>
            <p:ph type="subTitle" idx="1"/>
          </p:nvPr>
        </p:nvSpPr>
        <p:spPr>
          <a:xfrm>
            <a:off x="699036" y="3969052"/>
            <a:ext cx="91440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3" name="Google Shape;123;p29"/>
          <p:cNvSpPr txBox="1">
            <a:spLocks noGrp="1"/>
          </p:cNvSpPr>
          <p:nvPr>
            <p:ph type="body" idx="2"/>
          </p:nvPr>
        </p:nvSpPr>
        <p:spPr>
          <a:xfrm>
            <a:off x="694800" y="4727753"/>
            <a:ext cx="6535458" cy="526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124" name="Google Shape;124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4800" y="5759315"/>
            <a:ext cx="1503475" cy="394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9"/>
          <p:cNvPicPr preferRelativeResize="0"/>
          <p:nvPr/>
        </p:nvPicPr>
        <p:blipFill rotWithShape="1">
          <a:blip r:embed="rId4">
            <a:alphaModFix/>
          </a:blip>
          <a:srcRect r="28026" b="71919"/>
          <a:stretch/>
        </p:blipFill>
        <p:spPr>
          <a:xfrm>
            <a:off x="3921294" y="3610109"/>
            <a:ext cx="8270706" cy="3247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9"/>
          <p:cNvPicPr preferRelativeResize="0"/>
          <p:nvPr/>
        </p:nvPicPr>
        <p:blipFill rotWithShape="1">
          <a:blip r:embed="rId5">
            <a:alphaModFix/>
          </a:blip>
          <a:srcRect t="42958" r="27146"/>
          <a:stretch/>
        </p:blipFill>
        <p:spPr>
          <a:xfrm>
            <a:off x="8182307" y="-15509"/>
            <a:ext cx="4009693" cy="5437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2 x Content">
  <p:cSld name="Title and 2 x Conten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194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1"/>
          <p:cNvSpPr txBox="1">
            <a:spLocks noGrp="1"/>
          </p:cNvSpPr>
          <p:nvPr>
            <p:ph type="body" idx="1"/>
          </p:nvPr>
        </p:nvSpPr>
        <p:spPr>
          <a:xfrm>
            <a:off x="723899" y="2620800"/>
            <a:ext cx="5105401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31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31"/>
          <p:cNvSpPr txBox="1">
            <a:spLocks noGrp="1"/>
          </p:cNvSpPr>
          <p:nvPr>
            <p:ph type="body" idx="3"/>
          </p:nvPr>
        </p:nvSpPr>
        <p:spPr>
          <a:xfrm>
            <a:off x="6362700" y="2620800"/>
            <a:ext cx="5105401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31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31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2"/>
          <p:cNvSpPr txBox="1">
            <a:spLocks noGrp="1"/>
          </p:cNvSpPr>
          <p:nvPr>
            <p:ph type="title"/>
          </p:nvPr>
        </p:nvSpPr>
        <p:spPr>
          <a:xfrm>
            <a:off x="723899" y="577127"/>
            <a:ext cx="8830648" cy="1035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2"/>
          <p:cNvSpPr txBox="1">
            <a:spLocks noGrp="1"/>
          </p:cNvSpPr>
          <p:nvPr>
            <p:ph type="body" idx="1"/>
          </p:nvPr>
        </p:nvSpPr>
        <p:spPr>
          <a:xfrm>
            <a:off x="723899" y="1914524"/>
            <a:ext cx="10785766" cy="441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32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648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32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32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, Subs, Content &amp; Diagram">
  <p:cSld name="1_Title, Subs, Content &amp; Diagram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3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7251701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3"/>
          <p:cNvSpPr txBox="1">
            <a:spLocks noGrp="1"/>
          </p:cNvSpPr>
          <p:nvPr>
            <p:ph type="body" idx="1"/>
          </p:nvPr>
        </p:nvSpPr>
        <p:spPr>
          <a:xfrm>
            <a:off x="723899" y="2619374"/>
            <a:ext cx="5105401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33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33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72517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33"/>
          <p:cNvSpPr txBox="1">
            <a:spLocks noGrp="1"/>
          </p:cNvSpPr>
          <p:nvPr>
            <p:ph type="body" idx="4"/>
          </p:nvPr>
        </p:nvSpPr>
        <p:spPr>
          <a:xfrm>
            <a:off x="723898" y="2060573"/>
            <a:ext cx="5105401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33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s, Content &amp; Tick">
  <p:cSld name="Title, Subs, Content &amp; Tick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4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7251701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4"/>
          <p:cNvSpPr txBox="1">
            <a:spLocks noGrp="1"/>
          </p:cNvSpPr>
          <p:nvPr>
            <p:ph type="body" idx="1"/>
          </p:nvPr>
        </p:nvSpPr>
        <p:spPr>
          <a:xfrm>
            <a:off x="723899" y="2619374"/>
            <a:ext cx="5105401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4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34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72517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34"/>
          <p:cNvSpPr txBox="1">
            <a:spLocks noGrp="1"/>
          </p:cNvSpPr>
          <p:nvPr>
            <p:ph type="body" idx="4"/>
          </p:nvPr>
        </p:nvSpPr>
        <p:spPr>
          <a:xfrm>
            <a:off x="723898" y="2060573"/>
            <a:ext cx="5105401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34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34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s &amp; 4 x Blocks ">
  <p:cSld name="Title, Subs &amp; 4 x Blocks 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5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5"/>
          <p:cNvSpPr txBox="1">
            <a:spLocks noGrp="1"/>
          </p:cNvSpPr>
          <p:nvPr>
            <p:ph type="body" idx="1"/>
          </p:nvPr>
        </p:nvSpPr>
        <p:spPr>
          <a:xfrm>
            <a:off x="723900" y="2619374"/>
            <a:ext cx="5288100" cy="37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35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35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35"/>
          <p:cNvSpPr txBox="1">
            <a:spLocks noGrp="1"/>
          </p:cNvSpPr>
          <p:nvPr>
            <p:ph type="body" idx="4"/>
          </p:nvPr>
        </p:nvSpPr>
        <p:spPr>
          <a:xfrm>
            <a:off x="723899" y="2060573"/>
            <a:ext cx="52881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35"/>
          <p:cNvSpPr txBox="1">
            <a:spLocks noGrp="1"/>
          </p:cNvSpPr>
          <p:nvPr>
            <p:ph type="body" idx="5"/>
          </p:nvPr>
        </p:nvSpPr>
        <p:spPr>
          <a:xfrm>
            <a:off x="6180000" y="2619374"/>
            <a:ext cx="5288100" cy="37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35"/>
          <p:cNvSpPr txBox="1">
            <a:spLocks noGrp="1"/>
          </p:cNvSpPr>
          <p:nvPr>
            <p:ph type="body" idx="6"/>
          </p:nvPr>
        </p:nvSpPr>
        <p:spPr>
          <a:xfrm>
            <a:off x="6179999" y="2060573"/>
            <a:ext cx="52881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35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, Subs &amp; 4 x Blocks ">
  <p:cSld name="1_Title, Subs &amp; 4 x Blocks 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6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6"/>
          <p:cNvSpPr txBox="1">
            <a:spLocks noGrp="1"/>
          </p:cNvSpPr>
          <p:nvPr>
            <p:ph type="body" idx="1"/>
          </p:nvPr>
        </p:nvSpPr>
        <p:spPr>
          <a:xfrm>
            <a:off x="723900" y="2619374"/>
            <a:ext cx="5288100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36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36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36"/>
          <p:cNvSpPr txBox="1">
            <a:spLocks noGrp="1"/>
          </p:cNvSpPr>
          <p:nvPr>
            <p:ph type="body" idx="4"/>
          </p:nvPr>
        </p:nvSpPr>
        <p:spPr>
          <a:xfrm>
            <a:off x="723899" y="2060573"/>
            <a:ext cx="52881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36"/>
          <p:cNvSpPr txBox="1">
            <a:spLocks noGrp="1"/>
          </p:cNvSpPr>
          <p:nvPr>
            <p:ph type="body" idx="5"/>
          </p:nvPr>
        </p:nvSpPr>
        <p:spPr>
          <a:xfrm>
            <a:off x="6180000" y="2619374"/>
            <a:ext cx="5288100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36"/>
          <p:cNvSpPr txBox="1">
            <a:spLocks noGrp="1"/>
          </p:cNvSpPr>
          <p:nvPr>
            <p:ph type="body" idx="6"/>
          </p:nvPr>
        </p:nvSpPr>
        <p:spPr>
          <a:xfrm>
            <a:off x="6179999" y="2060573"/>
            <a:ext cx="52881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72" name="Google Shape;172;p36"/>
          <p:cNvCxnSpPr/>
          <p:nvPr/>
        </p:nvCxnSpPr>
        <p:spPr>
          <a:xfrm>
            <a:off x="6096000" y="2619374"/>
            <a:ext cx="0" cy="370800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3" name="Google Shape;173;p36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s &amp; 3 x Blocks ">
  <p:cSld name="Title, Subs &amp; 3 x Blocks 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7"/>
          <p:cNvSpPr txBox="1">
            <a:spLocks noGrp="1"/>
          </p:cNvSpPr>
          <p:nvPr>
            <p:ph type="body" idx="1"/>
          </p:nvPr>
        </p:nvSpPr>
        <p:spPr>
          <a:xfrm>
            <a:off x="723900" y="2619374"/>
            <a:ext cx="3456000" cy="37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37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37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37"/>
          <p:cNvSpPr txBox="1">
            <a:spLocks noGrp="1"/>
          </p:cNvSpPr>
          <p:nvPr>
            <p:ph type="body" idx="4"/>
          </p:nvPr>
        </p:nvSpPr>
        <p:spPr>
          <a:xfrm>
            <a:off x="723899" y="2060573"/>
            <a:ext cx="34740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37"/>
          <p:cNvSpPr txBox="1">
            <a:spLocks noGrp="1"/>
          </p:cNvSpPr>
          <p:nvPr>
            <p:ph type="body" idx="5"/>
          </p:nvPr>
        </p:nvSpPr>
        <p:spPr>
          <a:xfrm>
            <a:off x="4352932" y="2619374"/>
            <a:ext cx="3456000" cy="37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37"/>
          <p:cNvSpPr txBox="1">
            <a:spLocks noGrp="1"/>
          </p:cNvSpPr>
          <p:nvPr>
            <p:ph type="body" idx="6"/>
          </p:nvPr>
        </p:nvSpPr>
        <p:spPr>
          <a:xfrm>
            <a:off x="4352931" y="2060573"/>
            <a:ext cx="34740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2" name="Google Shape;182;p37"/>
          <p:cNvSpPr txBox="1">
            <a:spLocks noGrp="1"/>
          </p:cNvSpPr>
          <p:nvPr>
            <p:ph type="body" idx="7"/>
          </p:nvPr>
        </p:nvSpPr>
        <p:spPr>
          <a:xfrm>
            <a:off x="7981964" y="2619374"/>
            <a:ext cx="3456000" cy="37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37"/>
          <p:cNvSpPr txBox="1">
            <a:spLocks noGrp="1"/>
          </p:cNvSpPr>
          <p:nvPr>
            <p:ph type="body" idx="8"/>
          </p:nvPr>
        </p:nvSpPr>
        <p:spPr>
          <a:xfrm>
            <a:off x="7981963" y="2060573"/>
            <a:ext cx="34740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37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, Subs &amp; 3 x Blocks ">
  <p:cSld name="1_Title, Subs &amp; 3 x Blocks 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8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38"/>
          <p:cNvSpPr txBox="1">
            <a:spLocks noGrp="1"/>
          </p:cNvSpPr>
          <p:nvPr>
            <p:ph type="body" idx="1"/>
          </p:nvPr>
        </p:nvSpPr>
        <p:spPr>
          <a:xfrm>
            <a:off x="723900" y="2619374"/>
            <a:ext cx="3456000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8" name="Google Shape;188;p38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38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38"/>
          <p:cNvSpPr txBox="1">
            <a:spLocks noGrp="1"/>
          </p:cNvSpPr>
          <p:nvPr>
            <p:ph type="body" idx="4"/>
          </p:nvPr>
        </p:nvSpPr>
        <p:spPr>
          <a:xfrm>
            <a:off x="723899" y="2060573"/>
            <a:ext cx="34740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38"/>
          <p:cNvSpPr txBox="1">
            <a:spLocks noGrp="1"/>
          </p:cNvSpPr>
          <p:nvPr>
            <p:ph type="body" idx="5"/>
          </p:nvPr>
        </p:nvSpPr>
        <p:spPr>
          <a:xfrm>
            <a:off x="4352932" y="2619374"/>
            <a:ext cx="3456000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38"/>
          <p:cNvSpPr txBox="1">
            <a:spLocks noGrp="1"/>
          </p:cNvSpPr>
          <p:nvPr>
            <p:ph type="body" idx="6"/>
          </p:nvPr>
        </p:nvSpPr>
        <p:spPr>
          <a:xfrm>
            <a:off x="4352931" y="2060573"/>
            <a:ext cx="34740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38"/>
          <p:cNvSpPr txBox="1">
            <a:spLocks noGrp="1"/>
          </p:cNvSpPr>
          <p:nvPr>
            <p:ph type="body" idx="7"/>
          </p:nvPr>
        </p:nvSpPr>
        <p:spPr>
          <a:xfrm>
            <a:off x="7981964" y="2619374"/>
            <a:ext cx="3456000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4" name="Google Shape;194;p38"/>
          <p:cNvSpPr txBox="1">
            <a:spLocks noGrp="1"/>
          </p:cNvSpPr>
          <p:nvPr>
            <p:ph type="body" idx="8"/>
          </p:nvPr>
        </p:nvSpPr>
        <p:spPr>
          <a:xfrm>
            <a:off x="7981963" y="2060573"/>
            <a:ext cx="34740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95" name="Google Shape;195;p38"/>
          <p:cNvCxnSpPr/>
          <p:nvPr/>
        </p:nvCxnSpPr>
        <p:spPr>
          <a:xfrm>
            <a:off x="4264159" y="2619374"/>
            <a:ext cx="0" cy="370800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6" name="Google Shape;196;p38"/>
          <p:cNvCxnSpPr/>
          <p:nvPr/>
        </p:nvCxnSpPr>
        <p:spPr>
          <a:xfrm>
            <a:off x="7895254" y="2619374"/>
            <a:ext cx="0" cy="370800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7" name="Google Shape;197;p38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s &amp; 4 x Blocks">
  <p:cSld name="Title, Subs &amp; 4 x Blocks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9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39"/>
          <p:cNvSpPr txBox="1">
            <a:spLocks noGrp="1"/>
          </p:cNvSpPr>
          <p:nvPr>
            <p:ph type="body" idx="1"/>
          </p:nvPr>
        </p:nvSpPr>
        <p:spPr>
          <a:xfrm>
            <a:off x="723900" y="2619374"/>
            <a:ext cx="2572749" cy="37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39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39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3" name="Google Shape;203;p39"/>
          <p:cNvSpPr txBox="1">
            <a:spLocks noGrp="1"/>
          </p:cNvSpPr>
          <p:nvPr>
            <p:ph type="body" idx="4"/>
          </p:nvPr>
        </p:nvSpPr>
        <p:spPr>
          <a:xfrm>
            <a:off x="723899" y="2060573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39"/>
          <p:cNvSpPr txBox="1">
            <a:spLocks noGrp="1"/>
          </p:cNvSpPr>
          <p:nvPr>
            <p:ph type="body" idx="5"/>
          </p:nvPr>
        </p:nvSpPr>
        <p:spPr>
          <a:xfrm>
            <a:off x="3451950" y="2619374"/>
            <a:ext cx="2572749" cy="37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39"/>
          <p:cNvSpPr txBox="1">
            <a:spLocks noGrp="1"/>
          </p:cNvSpPr>
          <p:nvPr>
            <p:ph type="body" idx="6"/>
          </p:nvPr>
        </p:nvSpPr>
        <p:spPr>
          <a:xfrm>
            <a:off x="3451949" y="2060573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6" name="Google Shape;206;p39"/>
          <p:cNvSpPr txBox="1">
            <a:spLocks noGrp="1"/>
          </p:cNvSpPr>
          <p:nvPr>
            <p:ph type="body" idx="7"/>
          </p:nvPr>
        </p:nvSpPr>
        <p:spPr>
          <a:xfrm>
            <a:off x="6180000" y="2619374"/>
            <a:ext cx="2572749" cy="37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39"/>
          <p:cNvSpPr txBox="1">
            <a:spLocks noGrp="1"/>
          </p:cNvSpPr>
          <p:nvPr>
            <p:ph type="body" idx="8"/>
          </p:nvPr>
        </p:nvSpPr>
        <p:spPr>
          <a:xfrm>
            <a:off x="6179999" y="2060573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39"/>
          <p:cNvSpPr txBox="1">
            <a:spLocks noGrp="1"/>
          </p:cNvSpPr>
          <p:nvPr>
            <p:ph type="body" idx="9"/>
          </p:nvPr>
        </p:nvSpPr>
        <p:spPr>
          <a:xfrm>
            <a:off x="8908051" y="2619374"/>
            <a:ext cx="2572749" cy="37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9" name="Google Shape;209;p39"/>
          <p:cNvSpPr txBox="1">
            <a:spLocks noGrp="1"/>
          </p:cNvSpPr>
          <p:nvPr>
            <p:ph type="body" idx="13"/>
          </p:nvPr>
        </p:nvSpPr>
        <p:spPr>
          <a:xfrm>
            <a:off x="8908050" y="2060573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0" name="Google Shape;210;p39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, Subs &amp; 4 x Blocks">
  <p:cSld name="2_Title, Subs &amp; 4 x Blocks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0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40"/>
          <p:cNvSpPr txBox="1">
            <a:spLocks noGrp="1"/>
          </p:cNvSpPr>
          <p:nvPr>
            <p:ph type="body" idx="1"/>
          </p:nvPr>
        </p:nvSpPr>
        <p:spPr>
          <a:xfrm>
            <a:off x="723900" y="2619374"/>
            <a:ext cx="2572749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40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5" name="Google Shape;215;p40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40"/>
          <p:cNvSpPr txBox="1">
            <a:spLocks noGrp="1"/>
          </p:cNvSpPr>
          <p:nvPr>
            <p:ph type="body" idx="4"/>
          </p:nvPr>
        </p:nvSpPr>
        <p:spPr>
          <a:xfrm>
            <a:off x="723899" y="2060573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7" name="Google Shape;217;p40"/>
          <p:cNvSpPr txBox="1">
            <a:spLocks noGrp="1"/>
          </p:cNvSpPr>
          <p:nvPr>
            <p:ph type="body" idx="5"/>
          </p:nvPr>
        </p:nvSpPr>
        <p:spPr>
          <a:xfrm>
            <a:off x="3451950" y="2619374"/>
            <a:ext cx="2572749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40"/>
          <p:cNvSpPr txBox="1">
            <a:spLocks noGrp="1"/>
          </p:cNvSpPr>
          <p:nvPr>
            <p:ph type="body" idx="6"/>
          </p:nvPr>
        </p:nvSpPr>
        <p:spPr>
          <a:xfrm>
            <a:off x="3451949" y="2060573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40"/>
          <p:cNvSpPr txBox="1">
            <a:spLocks noGrp="1"/>
          </p:cNvSpPr>
          <p:nvPr>
            <p:ph type="body" idx="7"/>
          </p:nvPr>
        </p:nvSpPr>
        <p:spPr>
          <a:xfrm>
            <a:off x="6180000" y="2619374"/>
            <a:ext cx="2572749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40"/>
          <p:cNvSpPr txBox="1">
            <a:spLocks noGrp="1"/>
          </p:cNvSpPr>
          <p:nvPr>
            <p:ph type="body" idx="8"/>
          </p:nvPr>
        </p:nvSpPr>
        <p:spPr>
          <a:xfrm>
            <a:off x="6179999" y="2060573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p40"/>
          <p:cNvSpPr txBox="1">
            <a:spLocks noGrp="1"/>
          </p:cNvSpPr>
          <p:nvPr>
            <p:ph type="body" idx="9"/>
          </p:nvPr>
        </p:nvSpPr>
        <p:spPr>
          <a:xfrm>
            <a:off x="8908051" y="2619374"/>
            <a:ext cx="2572749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body" idx="13"/>
          </p:nvPr>
        </p:nvSpPr>
        <p:spPr>
          <a:xfrm>
            <a:off x="8908050" y="2060573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3" name="Google Shape;223;p40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" name="Google Shape;224;p40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with icons PURPLE">
  <p:cSld name="3 columns with icons PURPLE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1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41"/>
          <p:cNvSpPr txBox="1">
            <a:spLocks noGrp="1"/>
          </p:cNvSpPr>
          <p:nvPr>
            <p:ph type="body" idx="1"/>
          </p:nvPr>
        </p:nvSpPr>
        <p:spPr>
          <a:xfrm>
            <a:off x="7239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41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41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41"/>
          <p:cNvSpPr txBox="1">
            <a:spLocks noGrp="1"/>
          </p:cNvSpPr>
          <p:nvPr>
            <p:ph type="body" idx="4"/>
          </p:nvPr>
        </p:nvSpPr>
        <p:spPr>
          <a:xfrm>
            <a:off x="7238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41"/>
          <p:cNvSpPr txBox="1">
            <a:spLocks noGrp="1"/>
          </p:cNvSpPr>
          <p:nvPr>
            <p:ph type="body" idx="5"/>
          </p:nvPr>
        </p:nvSpPr>
        <p:spPr>
          <a:xfrm>
            <a:off x="345195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41"/>
          <p:cNvSpPr txBox="1">
            <a:spLocks noGrp="1"/>
          </p:cNvSpPr>
          <p:nvPr>
            <p:ph type="body" idx="6"/>
          </p:nvPr>
        </p:nvSpPr>
        <p:spPr>
          <a:xfrm>
            <a:off x="345194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41"/>
          <p:cNvSpPr txBox="1">
            <a:spLocks noGrp="1"/>
          </p:cNvSpPr>
          <p:nvPr>
            <p:ph type="body" idx="7"/>
          </p:nvPr>
        </p:nvSpPr>
        <p:spPr>
          <a:xfrm>
            <a:off x="61800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41"/>
          <p:cNvSpPr txBox="1">
            <a:spLocks noGrp="1"/>
          </p:cNvSpPr>
          <p:nvPr>
            <p:ph type="body" idx="8"/>
          </p:nvPr>
        </p:nvSpPr>
        <p:spPr>
          <a:xfrm>
            <a:off x="61799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5" name="Google Shape;235;p41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6" name="Google Shape;236;p41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with icons DEEP PINK">
  <p:cSld name="3 columns with icons DEEP PINK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2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42"/>
          <p:cNvSpPr txBox="1">
            <a:spLocks noGrp="1"/>
          </p:cNvSpPr>
          <p:nvPr>
            <p:ph type="body" idx="1"/>
          </p:nvPr>
        </p:nvSpPr>
        <p:spPr>
          <a:xfrm>
            <a:off x="7239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42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1" name="Google Shape;241;p42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2" name="Google Shape;242;p42"/>
          <p:cNvSpPr txBox="1">
            <a:spLocks noGrp="1"/>
          </p:cNvSpPr>
          <p:nvPr>
            <p:ph type="body" idx="4"/>
          </p:nvPr>
        </p:nvSpPr>
        <p:spPr>
          <a:xfrm>
            <a:off x="7238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3" name="Google Shape;243;p42"/>
          <p:cNvSpPr txBox="1">
            <a:spLocks noGrp="1"/>
          </p:cNvSpPr>
          <p:nvPr>
            <p:ph type="body" idx="5"/>
          </p:nvPr>
        </p:nvSpPr>
        <p:spPr>
          <a:xfrm>
            <a:off x="345195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4" name="Google Shape;244;p42"/>
          <p:cNvSpPr txBox="1">
            <a:spLocks noGrp="1"/>
          </p:cNvSpPr>
          <p:nvPr>
            <p:ph type="body" idx="6"/>
          </p:nvPr>
        </p:nvSpPr>
        <p:spPr>
          <a:xfrm>
            <a:off x="345194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5" name="Google Shape;245;p42"/>
          <p:cNvSpPr txBox="1">
            <a:spLocks noGrp="1"/>
          </p:cNvSpPr>
          <p:nvPr>
            <p:ph type="body" idx="7"/>
          </p:nvPr>
        </p:nvSpPr>
        <p:spPr>
          <a:xfrm>
            <a:off x="61800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42"/>
          <p:cNvSpPr txBox="1">
            <a:spLocks noGrp="1"/>
          </p:cNvSpPr>
          <p:nvPr>
            <p:ph type="body" idx="8"/>
          </p:nvPr>
        </p:nvSpPr>
        <p:spPr>
          <a:xfrm>
            <a:off x="61799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42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p42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with icons PINK">
  <p:cSld name="3 columns with icons PINK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3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43"/>
          <p:cNvSpPr txBox="1">
            <a:spLocks noGrp="1"/>
          </p:cNvSpPr>
          <p:nvPr>
            <p:ph type="body" idx="1"/>
          </p:nvPr>
        </p:nvSpPr>
        <p:spPr>
          <a:xfrm>
            <a:off x="7239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2" name="Google Shape;252;p43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3" name="Google Shape;253;p43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4" name="Google Shape;254;p43"/>
          <p:cNvSpPr txBox="1">
            <a:spLocks noGrp="1"/>
          </p:cNvSpPr>
          <p:nvPr>
            <p:ph type="body" idx="4"/>
          </p:nvPr>
        </p:nvSpPr>
        <p:spPr>
          <a:xfrm>
            <a:off x="7238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5" name="Google Shape;255;p43"/>
          <p:cNvSpPr txBox="1">
            <a:spLocks noGrp="1"/>
          </p:cNvSpPr>
          <p:nvPr>
            <p:ph type="body" idx="5"/>
          </p:nvPr>
        </p:nvSpPr>
        <p:spPr>
          <a:xfrm>
            <a:off x="345195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6" name="Google Shape;256;p43"/>
          <p:cNvSpPr txBox="1">
            <a:spLocks noGrp="1"/>
          </p:cNvSpPr>
          <p:nvPr>
            <p:ph type="body" idx="6"/>
          </p:nvPr>
        </p:nvSpPr>
        <p:spPr>
          <a:xfrm>
            <a:off x="345194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7" name="Google Shape;257;p43"/>
          <p:cNvSpPr txBox="1">
            <a:spLocks noGrp="1"/>
          </p:cNvSpPr>
          <p:nvPr>
            <p:ph type="body" idx="7"/>
          </p:nvPr>
        </p:nvSpPr>
        <p:spPr>
          <a:xfrm>
            <a:off x="61800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8" name="Google Shape;258;p43"/>
          <p:cNvSpPr txBox="1">
            <a:spLocks noGrp="1"/>
          </p:cNvSpPr>
          <p:nvPr>
            <p:ph type="body" idx="8"/>
          </p:nvPr>
        </p:nvSpPr>
        <p:spPr>
          <a:xfrm>
            <a:off x="61799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9" name="Google Shape;259;p43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" name="Google Shape;260;p43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s with icons PURPLE">
  <p:cSld name="4 columns with icons PURPLE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4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44"/>
          <p:cNvSpPr txBox="1">
            <a:spLocks noGrp="1"/>
          </p:cNvSpPr>
          <p:nvPr>
            <p:ph type="body" idx="1"/>
          </p:nvPr>
        </p:nvSpPr>
        <p:spPr>
          <a:xfrm>
            <a:off x="7239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4" name="Google Shape;264;p44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5" name="Google Shape;265;p44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6" name="Google Shape;266;p44"/>
          <p:cNvSpPr txBox="1">
            <a:spLocks noGrp="1"/>
          </p:cNvSpPr>
          <p:nvPr>
            <p:ph type="body" idx="4"/>
          </p:nvPr>
        </p:nvSpPr>
        <p:spPr>
          <a:xfrm>
            <a:off x="7238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7" name="Google Shape;267;p44"/>
          <p:cNvSpPr txBox="1">
            <a:spLocks noGrp="1"/>
          </p:cNvSpPr>
          <p:nvPr>
            <p:ph type="body" idx="5"/>
          </p:nvPr>
        </p:nvSpPr>
        <p:spPr>
          <a:xfrm>
            <a:off x="345195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8" name="Google Shape;268;p44"/>
          <p:cNvSpPr txBox="1">
            <a:spLocks noGrp="1"/>
          </p:cNvSpPr>
          <p:nvPr>
            <p:ph type="body" idx="6"/>
          </p:nvPr>
        </p:nvSpPr>
        <p:spPr>
          <a:xfrm>
            <a:off x="345194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9" name="Google Shape;269;p44"/>
          <p:cNvSpPr txBox="1">
            <a:spLocks noGrp="1"/>
          </p:cNvSpPr>
          <p:nvPr>
            <p:ph type="body" idx="7"/>
          </p:nvPr>
        </p:nvSpPr>
        <p:spPr>
          <a:xfrm>
            <a:off x="61800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0" name="Google Shape;270;p44"/>
          <p:cNvSpPr txBox="1">
            <a:spLocks noGrp="1"/>
          </p:cNvSpPr>
          <p:nvPr>
            <p:ph type="body" idx="8"/>
          </p:nvPr>
        </p:nvSpPr>
        <p:spPr>
          <a:xfrm>
            <a:off x="61799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1" name="Google Shape;271;p44"/>
          <p:cNvSpPr txBox="1">
            <a:spLocks noGrp="1"/>
          </p:cNvSpPr>
          <p:nvPr>
            <p:ph type="body" idx="9"/>
          </p:nvPr>
        </p:nvSpPr>
        <p:spPr>
          <a:xfrm>
            <a:off x="8908051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44"/>
          <p:cNvSpPr txBox="1">
            <a:spLocks noGrp="1"/>
          </p:cNvSpPr>
          <p:nvPr>
            <p:ph type="body" idx="13"/>
          </p:nvPr>
        </p:nvSpPr>
        <p:spPr>
          <a:xfrm>
            <a:off x="8908050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3" name="Google Shape;273;p44"/>
          <p:cNvSpPr/>
          <p:nvPr/>
        </p:nvSpPr>
        <p:spPr>
          <a:xfrm>
            <a:off x="723899" y="2093331"/>
            <a:ext cx="773597" cy="7735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4"/>
          <p:cNvSpPr/>
          <p:nvPr/>
        </p:nvSpPr>
        <p:spPr>
          <a:xfrm>
            <a:off x="3453847" y="2093331"/>
            <a:ext cx="773597" cy="7735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4"/>
          <p:cNvSpPr/>
          <p:nvPr/>
        </p:nvSpPr>
        <p:spPr>
          <a:xfrm>
            <a:off x="6157290" y="2093331"/>
            <a:ext cx="773597" cy="7735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4"/>
          <p:cNvSpPr/>
          <p:nvPr/>
        </p:nvSpPr>
        <p:spPr>
          <a:xfrm>
            <a:off x="8887238" y="2093331"/>
            <a:ext cx="773597" cy="7735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4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s with icons DEEP PINK">
  <p:cSld name="4 columns with icons DEEP PINK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5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45"/>
          <p:cNvSpPr txBox="1">
            <a:spLocks noGrp="1"/>
          </p:cNvSpPr>
          <p:nvPr>
            <p:ph type="body" idx="1"/>
          </p:nvPr>
        </p:nvSpPr>
        <p:spPr>
          <a:xfrm>
            <a:off x="7239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1" name="Google Shape;281;p45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2" name="Google Shape;282;p45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3" name="Google Shape;283;p45"/>
          <p:cNvSpPr txBox="1">
            <a:spLocks noGrp="1"/>
          </p:cNvSpPr>
          <p:nvPr>
            <p:ph type="body" idx="4"/>
          </p:nvPr>
        </p:nvSpPr>
        <p:spPr>
          <a:xfrm>
            <a:off x="7238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4" name="Google Shape;284;p45"/>
          <p:cNvSpPr txBox="1">
            <a:spLocks noGrp="1"/>
          </p:cNvSpPr>
          <p:nvPr>
            <p:ph type="body" idx="5"/>
          </p:nvPr>
        </p:nvSpPr>
        <p:spPr>
          <a:xfrm>
            <a:off x="345195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5" name="Google Shape;285;p45"/>
          <p:cNvSpPr txBox="1">
            <a:spLocks noGrp="1"/>
          </p:cNvSpPr>
          <p:nvPr>
            <p:ph type="body" idx="6"/>
          </p:nvPr>
        </p:nvSpPr>
        <p:spPr>
          <a:xfrm>
            <a:off x="345194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45"/>
          <p:cNvSpPr txBox="1">
            <a:spLocks noGrp="1"/>
          </p:cNvSpPr>
          <p:nvPr>
            <p:ph type="body" idx="7"/>
          </p:nvPr>
        </p:nvSpPr>
        <p:spPr>
          <a:xfrm>
            <a:off x="61800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45"/>
          <p:cNvSpPr txBox="1">
            <a:spLocks noGrp="1"/>
          </p:cNvSpPr>
          <p:nvPr>
            <p:ph type="body" idx="8"/>
          </p:nvPr>
        </p:nvSpPr>
        <p:spPr>
          <a:xfrm>
            <a:off x="61799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8" name="Google Shape;288;p45"/>
          <p:cNvSpPr txBox="1">
            <a:spLocks noGrp="1"/>
          </p:cNvSpPr>
          <p:nvPr>
            <p:ph type="body" idx="9"/>
          </p:nvPr>
        </p:nvSpPr>
        <p:spPr>
          <a:xfrm>
            <a:off x="8908051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9" name="Google Shape;289;p45"/>
          <p:cNvSpPr txBox="1">
            <a:spLocks noGrp="1"/>
          </p:cNvSpPr>
          <p:nvPr>
            <p:ph type="body" idx="13"/>
          </p:nvPr>
        </p:nvSpPr>
        <p:spPr>
          <a:xfrm>
            <a:off x="8908050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0" name="Google Shape;290;p45"/>
          <p:cNvSpPr/>
          <p:nvPr/>
        </p:nvSpPr>
        <p:spPr>
          <a:xfrm>
            <a:off x="723899" y="2093331"/>
            <a:ext cx="773597" cy="77359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5"/>
          <p:cNvSpPr/>
          <p:nvPr/>
        </p:nvSpPr>
        <p:spPr>
          <a:xfrm>
            <a:off x="3453847" y="2093331"/>
            <a:ext cx="773597" cy="77359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5"/>
          <p:cNvSpPr/>
          <p:nvPr/>
        </p:nvSpPr>
        <p:spPr>
          <a:xfrm>
            <a:off x="6157290" y="2093331"/>
            <a:ext cx="773597" cy="77359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45"/>
          <p:cNvSpPr/>
          <p:nvPr/>
        </p:nvSpPr>
        <p:spPr>
          <a:xfrm>
            <a:off x="8887238" y="2093331"/>
            <a:ext cx="773597" cy="77359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45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s with icons CENTRED PURPLE">
  <p:cSld name="4 columns with icons CENTRED PURPLE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7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47"/>
          <p:cNvSpPr txBox="1">
            <a:spLocks noGrp="1"/>
          </p:cNvSpPr>
          <p:nvPr>
            <p:ph type="body" idx="1"/>
          </p:nvPr>
        </p:nvSpPr>
        <p:spPr>
          <a:xfrm>
            <a:off x="7239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8" name="Google Shape;298;p47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9" name="Google Shape;299;p47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0" name="Google Shape;300;p47"/>
          <p:cNvSpPr txBox="1">
            <a:spLocks noGrp="1"/>
          </p:cNvSpPr>
          <p:nvPr>
            <p:ph type="body" idx="4"/>
          </p:nvPr>
        </p:nvSpPr>
        <p:spPr>
          <a:xfrm>
            <a:off x="7238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1" name="Google Shape;301;p47"/>
          <p:cNvSpPr txBox="1">
            <a:spLocks noGrp="1"/>
          </p:cNvSpPr>
          <p:nvPr>
            <p:ph type="body" idx="5"/>
          </p:nvPr>
        </p:nvSpPr>
        <p:spPr>
          <a:xfrm>
            <a:off x="345195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2" name="Google Shape;302;p47"/>
          <p:cNvSpPr txBox="1">
            <a:spLocks noGrp="1"/>
          </p:cNvSpPr>
          <p:nvPr>
            <p:ph type="body" idx="6"/>
          </p:nvPr>
        </p:nvSpPr>
        <p:spPr>
          <a:xfrm>
            <a:off x="345194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3" name="Google Shape;303;p47"/>
          <p:cNvSpPr txBox="1">
            <a:spLocks noGrp="1"/>
          </p:cNvSpPr>
          <p:nvPr>
            <p:ph type="body" idx="7"/>
          </p:nvPr>
        </p:nvSpPr>
        <p:spPr>
          <a:xfrm>
            <a:off x="61800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4" name="Google Shape;304;p47"/>
          <p:cNvSpPr txBox="1">
            <a:spLocks noGrp="1"/>
          </p:cNvSpPr>
          <p:nvPr>
            <p:ph type="body" idx="8"/>
          </p:nvPr>
        </p:nvSpPr>
        <p:spPr>
          <a:xfrm>
            <a:off x="61799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5" name="Google Shape;305;p47"/>
          <p:cNvSpPr txBox="1">
            <a:spLocks noGrp="1"/>
          </p:cNvSpPr>
          <p:nvPr>
            <p:ph type="body" idx="9"/>
          </p:nvPr>
        </p:nvSpPr>
        <p:spPr>
          <a:xfrm>
            <a:off x="8908051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6" name="Google Shape;306;p47"/>
          <p:cNvSpPr txBox="1">
            <a:spLocks noGrp="1"/>
          </p:cNvSpPr>
          <p:nvPr>
            <p:ph type="body" idx="13"/>
          </p:nvPr>
        </p:nvSpPr>
        <p:spPr>
          <a:xfrm>
            <a:off x="8908050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7" name="Google Shape;307;p47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8" name="Google Shape;308;p47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s with icons CENTRED DEEP PINK">
  <p:cSld name="4 columns with icons CENTRED DEEP PINK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8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48"/>
          <p:cNvSpPr txBox="1">
            <a:spLocks noGrp="1"/>
          </p:cNvSpPr>
          <p:nvPr>
            <p:ph type="body" idx="1"/>
          </p:nvPr>
        </p:nvSpPr>
        <p:spPr>
          <a:xfrm>
            <a:off x="7239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2" name="Google Shape;312;p48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3" name="Google Shape;313;p48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4" name="Google Shape;314;p48"/>
          <p:cNvSpPr txBox="1">
            <a:spLocks noGrp="1"/>
          </p:cNvSpPr>
          <p:nvPr>
            <p:ph type="body" idx="4"/>
          </p:nvPr>
        </p:nvSpPr>
        <p:spPr>
          <a:xfrm>
            <a:off x="7238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5" name="Google Shape;315;p48"/>
          <p:cNvSpPr txBox="1">
            <a:spLocks noGrp="1"/>
          </p:cNvSpPr>
          <p:nvPr>
            <p:ph type="body" idx="5"/>
          </p:nvPr>
        </p:nvSpPr>
        <p:spPr>
          <a:xfrm>
            <a:off x="345195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6" name="Google Shape;316;p48"/>
          <p:cNvSpPr txBox="1">
            <a:spLocks noGrp="1"/>
          </p:cNvSpPr>
          <p:nvPr>
            <p:ph type="body" idx="6"/>
          </p:nvPr>
        </p:nvSpPr>
        <p:spPr>
          <a:xfrm>
            <a:off x="345194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7" name="Google Shape;317;p48"/>
          <p:cNvSpPr txBox="1">
            <a:spLocks noGrp="1"/>
          </p:cNvSpPr>
          <p:nvPr>
            <p:ph type="body" idx="7"/>
          </p:nvPr>
        </p:nvSpPr>
        <p:spPr>
          <a:xfrm>
            <a:off x="61800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8" name="Google Shape;318;p48"/>
          <p:cNvSpPr txBox="1">
            <a:spLocks noGrp="1"/>
          </p:cNvSpPr>
          <p:nvPr>
            <p:ph type="body" idx="8"/>
          </p:nvPr>
        </p:nvSpPr>
        <p:spPr>
          <a:xfrm>
            <a:off x="61799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9" name="Google Shape;319;p48"/>
          <p:cNvSpPr txBox="1">
            <a:spLocks noGrp="1"/>
          </p:cNvSpPr>
          <p:nvPr>
            <p:ph type="body" idx="9"/>
          </p:nvPr>
        </p:nvSpPr>
        <p:spPr>
          <a:xfrm>
            <a:off x="8908051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0" name="Google Shape;320;p48"/>
          <p:cNvSpPr txBox="1">
            <a:spLocks noGrp="1"/>
          </p:cNvSpPr>
          <p:nvPr>
            <p:ph type="body" idx="13"/>
          </p:nvPr>
        </p:nvSpPr>
        <p:spPr>
          <a:xfrm>
            <a:off x="8908050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1" name="Google Shape;321;p48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2" name="Google Shape;322;p48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s with icons CENTRED PINK">
  <p:cSld name="4 columns with icons CENTRED PINK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9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49"/>
          <p:cNvSpPr txBox="1">
            <a:spLocks noGrp="1"/>
          </p:cNvSpPr>
          <p:nvPr>
            <p:ph type="body" idx="1"/>
          </p:nvPr>
        </p:nvSpPr>
        <p:spPr>
          <a:xfrm>
            <a:off x="7239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6" name="Google Shape;326;p49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7" name="Google Shape;327;p49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8" name="Google Shape;328;p49"/>
          <p:cNvSpPr txBox="1">
            <a:spLocks noGrp="1"/>
          </p:cNvSpPr>
          <p:nvPr>
            <p:ph type="body" idx="4"/>
          </p:nvPr>
        </p:nvSpPr>
        <p:spPr>
          <a:xfrm>
            <a:off x="7238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9" name="Google Shape;329;p49"/>
          <p:cNvSpPr txBox="1">
            <a:spLocks noGrp="1"/>
          </p:cNvSpPr>
          <p:nvPr>
            <p:ph type="body" idx="5"/>
          </p:nvPr>
        </p:nvSpPr>
        <p:spPr>
          <a:xfrm>
            <a:off x="345195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0" name="Google Shape;330;p49"/>
          <p:cNvSpPr txBox="1">
            <a:spLocks noGrp="1"/>
          </p:cNvSpPr>
          <p:nvPr>
            <p:ph type="body" idx="6"/>
          </p:nvPr>
        </p:nvSpPr>
        <p:spPr>
          <a:xfrm>
            <a:off x="345194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1" name="Google Shape;331;p49"/>
          <p:cNvSpPr txBox="1">
            <a:spLocks noGrp="1"/>
          </p:cNvSpPr>
          <p:nvPr>
            <p:ph type="body" idx="7"/>
          </p:nvPr>
        </p:nvSpPr>
        <p:spPr>
          <a:xfrm>
            <a:off x="61800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49"/>
          <p:cNvSpPr txBox="1">
            <a:spLocks noGrp="1"/>
          </p:cNvSpPr>
          <p:nvPr>
            <p:ph type="body" idx="8"/>
          </p:nvPr>
        </p:nvSpPr>
        <p:spPr>
          <a:xfrm>
            <a:off x="61799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3" name="Google Shape;333;p49"/>
          <p:cNvSpPr txBox="1">
            <a:spLocks noGrp="1"/>
          </p:cNvSpPr>
          <p:nvPr>
            <p:ph type="body" idx="9"/>
          </p:nvPr>
        </p:nvSpPr>
        <p:spPr>
          <a:xfrm>
            <a:off x="8908051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4" name="Google Shape;334;p49"/>
          <p:cNvSpPr txBox="1">
            <a:spLocks noGrp="1"/>
          </p:cNvSpPr>
          <p:nvPr>
            <p:ph type="body" idx="13"/>
          </p:nvPr>
        </p:nvSpPr>
        <p:spPr>
          <a:xfrm>
            <a:off x="8908050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5" name="Google Shape;335;p49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6" name="Google Shape;336;p49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, Subs &amp; 3 x Blocks ">
  <p:cSld name="2_Title, Subs &amp; 3 x Blocks 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0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50"/>
          <p:cNvSpPr txBox="1">
            <a:spLocks noGrp="1"/>
          </p:cNvSpPr>
          <p:nvPr>
            <p:ph type="body" idx="1"/>
          </p:nvPr>
        </p:nvSpPr>
        <p:spPr>
          <a:xfrm>
            <a:off x="723900" y="2619374"/>
            <a:ext cx="3456000" cy="139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0" name="Google Shape;340;p50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1" name="Google Shape;341;p50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2" name="Google Shape;342;p50"/>
          <p:cNvSpPr txBox="1">
            <a:spLocks noGrp="1"/>
          </p:cNvSpPr>
          <p:nvPr>
            <p:ph type="body" idx="4"/>
          </p:nvPr>
        </p:nvSpPr>
        <p:spPr>
          <a:xfrm>
            <a:off x="723899" y="2060573"/>
            <a:ext cx="34740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3" name="Google Shape;343;p50"/>
          <p:cNvSpPr txBox="1">
            <a:spLocks noGrp="1"/>
          </p:cNvSpPr>
          <p:nvPr>
            <p:ph type="body" idx="5"/>
          </p:nvPr>
        </p:nvSpPr>
        <p:spPr>
          <a:xfrm>
            <a:off x="4352932" y="2619374"/>
            <a:ext cx="3456000" cy="139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4" name="Google Shape;344;p50"/>
          <p:cNvSpPr txBox="1">
            <a:spLocks noGrp="1"/>
          </p:cNvSpPr>
          <p:nvPr>
            <p:ph type="body" idx="6"/>
          </p:nvPr>
        </p:nvSpPr>
        <p:spPr>
          <a:xfrm>
            <a:off x="4352931" y="2060573"/>
            <a:ext cx="34740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5" name="Google Shape;345;p50"/>
          <p:cNvSpPr txBox="1">
            <a:spLocks noGrp="1"/>
          </p:cNvSpPr>
          <p:nvPr>
            <p:ph type="body" idx="7"/>
          </p:nvPr>
        </p:nvSpPr>
        <p:spPr>
          <a:xfrm>
            <a:off x="7981964" y="2619374"/>
            <a:ext cx="3456000" cy="139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6" name="Google Shape;346;p50"/>
          <p:cNvSpPr txBox="1">
            <a:spLocks noGrp="1"/>
          </p:cNvSpPr>
          <p:nvPr>
            <p:ph type="body" idx="8"/>
          </p:nvPr>
        </p:nvSpPr>
        <p:spPr>
          <a:xfrm>
            <a:off x="7981963" y="2060573"/>
            <a:ext cx="34740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47" name="Google Shape;347;p50"/>
          <p:cNvCxnSpPr/>
          <p:nvPr/>
        </p:nvCxnSpPr>
        <p:spPr>
          <a:xfrm>
            <a:off x="4264159" y="2060573"/>
            <a:ext cx="0" cy="4048679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8" name="Google Shape;348;p50"/>
          <p:cNvCxnSpPr/>
          <p:nvPr/>
        </p:nvCxnSpPr>
        <p:spPr>
          <a:xfrm>
            <a:off x="7895254" y="2023483"/>
            <a:ext cx="0" cy="4085769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9" name="Google Shape;349;p50"/>
          <p:cNvSpPr txBox="1">
            <a:spLocks noGrp="1"/>
          </p:cNvSpPr>
          <p:nvPr>
            <p:ph type="body" idx="9"/>
          </p:nvPr>
        </p:nvSpPr>
        <p:spPr>
          <a:xfrm>
            <a:off x="723900" y="4713217"/>
            <a:ext cx="3456000" cy="139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0" name="Google Shape;350;p50"/>
          <p:cNvSpPr txBox="1">
            <a:spLocks noGrp="1"/>
          </p:cNvSpPr>
          <p:nvPr>
            <p:ph type="body" idx="13"/>
          </p:nvPr>
        </p:nvSpPr>
        <p:spPr>
          <a:xfrm>
            <a:off x="723899" y="4154416"/>
            <a:ext cx="34740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1" name="Google Shape;351;p50"/>
          <p:cNvSpPr txBox="1">
            <a:spLocks noGrp="1"/>
          </p:cNvSpPr>
          <p:nvPr>
            <p:ph type="body" idx="14"/>
          </p:nvPr>
        </p:nvSpPr>
        <p:spPr>
          <a:xfrm>
            <a:off x="4352932" y="4713217"/>
            <a:ext cx="3456000" cy="139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2" name="Google Shape;352;p50"/>
          <p:cNvSpPr txBox="1">
            <a:spLocks noGrp="1"/>
          </p:cNvSpPr>
          <p:nvPr>
            <p:ph type="body" idx="15"/>
          </p:nvPr>
        </p:nvSpPr>
        <p:spPr>
          <a:xfrm>
            <a:off x="4352931" y="4154416"/>
            <a:ext cx="34740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3" name="Google Shape;353;p50"/>
          <p:cNvSpPr txBox="1">
            <a:spLocks noGrp="1"/>
          </p:cNvSpPr>
          <p:nvPr>
            <p:ph type="body" idx="16"/>
          </p:nvPr>
        </p:nvSpPr>
        <p:spPr>
          <a:xfrm>
            <a:off x="7981964" y="4713217"/>
            <a:ext cx="3456000" cy="139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4" name="Google Shape;354;p50"/>
          <p:cNvSpPr txBox="1">
            <a:spLocks noGrp="1"/>
          </p:cNvSpPr>
          <p:nvPr>
            <p:ph type="body" idx="17"/>
          </p:nvPr>
        </p:nvSpPr>
        <p:spPr>
          <a:xfrm>
            <a:off x="7981963" y="4154416"/>
            <a:ext cx="34740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5" name="Google Shape;355;p50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s &amp; 8 x Blocks">
  <p:cSld name="Title, Subs &amp; 8 x Blocks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1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51"/>
          <p:cNvSpPr txBox="1">
            <a:spLocks noGrp="1"/>
          </p:cNvSpPr>
          <p:nvPr>
            <p:ph type="body" idx="1"/>
          </p:nvPr>
        </p:nvSpPr>
        <p:spPr>
          <a:xfrm>
            <a:off x="723900" y="2619374"/>
            <a:ext cx="2572749" cy="148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9" name="Google Shape;359;p51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0" name="Google Shape;360;p51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1" name="Google Shape;361;p51"/>
          <p:cNvSpPr txBox="1">
            <a:spLocks noGrp="1"/>
          </p:cNvSpPr>
          <p:nvPr>
            <p:ph type="body" idx="4"/>
          </p:nvPr>
        </p:nvSpPr>
        <p:spPr>
          <a:xfrm>
            <a:off x="723899" y="2060573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2" name="Google Shape;362;p51"/>
          <p:cNvSpPr txBox="1">
            <a:spLocks noGrp="1"/>
          </p:cNvSpPr>
          <p:nvPr>
            <p:ph type="body" idx="5"/>
          </p:nvPr>
        </p:nvSpPr>
        <p:spPr>
          <a:xfrm>
            <a:off x="3451950" y="2619374"/>
            <a:ext cx="2572749" cy="148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3" name="Google Shape;363;p51"/>
          <p:cNvSpPr txBox="1">
            <a:spLocks noGrp="1"/>
          </p:cNvSpPr>
          <p:nvPr>
            <p:ph type="body" idx="6"/>
          </p:nvPr>
        </p:nvSpPr>
        <p:spPr>
          <a:xfrm>
            <a:off x="3451949" y="2060573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4" name="Google Shape;364;p51"/>
          <p:cNvSpPr txBox="1">
            <a:spLocks noGrp="1"/>
          </p:cNvSpPr>
          <p:nvPr>
            <p:ph type="body" idx="7"/>
          </p:nvPr>
        </p:nvSpPr>
        <p:spPr>
          <a:xfrm>
            <a:off x="6180000" y="2619374"/>
            <a:ext cx="2572749" cy="148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5" name="Google Shape;365;p51"/>
          <p:cNvSpPr txBox="1">
            <a:spLocks noGrp="1"/>
          </p:cNvSpPr>
          <p:nvPr>
            <p:ph type="body" idx="8"/>
          </p:nvPr>
        </p:nvSpPr>
        <p:spPr>
          <a:xfrm>
            <a:off x="6179999" y="2060573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6" name="Google Shape;366;p51"/>
          <p:cNvSpPr txBox="1">
            <a:spLocks noGrp="1"/>
          </p:cNvSpPr>
          <p:nvPr>
            <p:ph type="body" idx="9"/>
          </p:nvPr>
        </p:nvSpPr>
        <p:spPr>
          <a:xfrm>
            <a:off x="8908051" y="2619374"/>
            <a:ext cx="2572749" cy="148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7" name="Google Shape;367;p51"/>
          <p:cNvSpPr txBox="1">
            <a:spLocks noGrp="1"/>
          </p:cNvSpPr>
          <p:nvPr>
            <p:ph type="body" idx="13"/>
          </p:nvPr>
        </p:nvSpPr>
        <p:spPr>
          <a:xfrm>
            <a:off x="8908050" y="2060573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8" name="Google Shape;368;p51"/>
          <p:cNvSpPr txBox="1">
            <a:spLocks noGrp="1"/>
          </p:cNvSpPr>
          <p:nvPr>
            <p:ph type="body" idx="14"/>
          </p:nvPr>
        </p:nvSpPr>
        <p:spPr>
          <a:xfrm>
            <a:off x="723900" y="4788115"/>
            <a:ext cx="2572749" cy="148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9" name="Google Shape;369;p51"/>
          <p:cNvSpPr txBox="1">
            <a:spLocks noGrp="1"/>
          </p:cNvSpPr>
          <p:nvPr>
            <p:ph type="body" idx="15"/>
          </p:nvPr>
        </p:nvSpPr>
        <p:spPr>
          <a:xfrm>
            <a:off x="723899" y="4229314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0" name="Google Shape;370;p51"/>
          <p:cNvSpPr txBox="1">
            <a:spLocks noGrp="1"/>
          </p:cNvSpPr>
          <p:nvPr>
            <p:ph type="body" idx="16"/>
          </p:nvPr>
        </p:nvSpPr>
        <p:spPr>
          <a:xfrm>
            <a:off x="3451950" y="4788115"/>
            <a:ext cx="2572749" cy="148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1" name="Google Shape;371;p51"/>
          <p:cNvSpPr txBox="1">
            <a:spLocks noGrp="1"/>
          </p:cNvSpPr>
          <p:nvPr>
            <p:ph type="body" idx="17"/>
          </p:nvPr>
        </p:nvSpPr>
        <p:spPr>
          <a:xfrm>
            <a:off x="3451949" y="4229314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2" name="Google Shape;372;p51"/>
          <p:cNvSpPr txBox="1">
            <a:spLocks noGrp="1"/>
          </p:cNvSpPr>
          <p:nvPr>
            <p:ph type="body" idx="18"/>
          </p:nvPr>
        </p:nvSpPr>
        <p:spPr>
          <a:xfrm>
            <a:off x="6180000" y="4788115"/>
            <a:ext cx="2572749" cy="148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3" name="Google Shape;373;p51"/>
          <p:cNvSpPr txBox="1">
            <a:spLocks noGrp="1"/>
          </p:cNvSpPr>
          <p:nvPr>
            <p:ph type="body" idx="19"/>
          </p:nvPr>
        </p:nvSpPr>
        <p:spPr>
          <a:xfrm>
            <a:off x="6179999" y="4229314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4" name="Google Shape;374;p51"/>
          <p:cNvSpPr txBox="1">
            <a:spLocks noGrp="1"/>
          </p:cNvSpPr>
          <p:nvPr>
            <p:ph type="body" idx="20"/>
          </p:nvPr>
        </p:nvSpPr>
        <p:spPr>
          <a:xfrm>
            <a:off x="8908051" y="4788115"/>
            <a:ext cx="2572749" cy="148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5" name="Google Shape;375;p51"/>
          <p:cNvSpPr txBox="1">
            <a:spLocks noGrp="1"/>
          </p:cNvSpPr>
          <p:nvPr>
            <p:ph type="body" idx="21"/>
          </p:nvPr>
        </p:nvSpPr>
        <p:spPr>
          <a:xfrm>
            <a:off x="8908050" y="4229314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6" name="Google Shape;376;p51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, Subs &amp; 8 x Blocks">
  <p:cSld name="1_Title, Subs &amp; 8 x Blocks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2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52"/>
          <p:cNvSpPr txBox="1">
            <a:spLocks noGrp="1"/>
          </p:cNvSpPr>
          <p:nvPr>
            <p:ph type="body" idx="1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0" name="Google Shape;380;p52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1" name="Google Shape;381;p52"/>
          <p:cNvSpPr txBox="1">
            <a:spLocks noGrp="1"/>
          </p:cNvSpPr>
          <p:nvPr>
            <p:ph type="body" idx="2"/>
          </p:nvPr>
        </p:nvSpPr>
        <p:spPr>
          <a:xfrm>
            <a:off x="4376810" y="3208396"/>
            <a:ext cx="1675469" cy="64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2" name="Google Shape;382;p52"/>
          <p:cNvSpPr txBox="1">
            <a:spLocks noGrp="1"/>
          </p:cNvSpPr>
          <p:nvPr>
            <p:ph type="body" idx="3"/>
          </p:nvPr>
        </p:nvSpPr>
        <p:spPr>
          <a:xfrm>
            <a:off x="4376809" y="2649594"/>
            <a:ext cx="167546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3" name="Google Shape;383;p52"/>
          <p:cNvSpPr txBox="1">
            <a:spLocks noGrp="1"/>
          </p:cNvSpPr>
          <p:nvPr>
            <p:ph type="body" idx="4"/>
          </p:nvPr>
        </p:nvSpPr>
        <p:spPr>
          <a:xfrm>
            <a:off x="6198576" y="3208396"/>
            <a:ext cx="1675469" cy="64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4" name="Google Shape;384;p52"/>
          <p:cNvSpPr txBox="1">
            <a:spLocks noGrp="1"/>
          </p:cNvSpPr>
          <p:nvPr>
            <p:ph type="body" idx="5"/>
          </p:nvPr>
        </p:nvSpPr>
        <p:spPr>
          <a:xfrm>
            <a:off x="6198575" y="2649594"/>
            <a:ext cx="167546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5" name="Google Shape;385;p52"/>
          <p:cNvSpPr txBox="1">
            <a:spLocks noGrp="1"/>
          </p:cNvSpPr>
          <p:nvPr>
            <p:ph type="body" idx="6"/>
          </p:nvPr>
        </p:nvSpPr>
        <p:spPr>
          <a:xfrm>
            <a:off x="8034410" y="3208396"/>
            <a:ext cx="1675469" cy="64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6" name="Google Shape;386;p52"/>
          <p:cNvSpPr txBox="1">
            <a:spLocks noGrp="1"/>
          </p:cNvSpPr>
          <p:nvPr>
            <p:ph type="body" idx="7"/>
          </p:nvPr>
        </p:nvSpPr>
        <p:spPr>
          <a:xfrm>
            <a:off x="8034409" y="2649594"/>
            <a:ext cx="167546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7" name="Google Shape;387;p52"/>
          <p:cNvSpPr txBox="1">
            <a:spLocks noGrp="1"/>
          </p:cNvSpPr>
          <p:nvPr>
            <p:ph type="body" idx="8"/>
          </p:nvPr>
        </p:nvSpPr>
        <p:spPr>
          <a:xfrm>
            <a:off x="9851487" y="3208396"/>
            <a:ext cx="1675469" cy="64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8" name="Google Shape;388;p52"/>
          <p:cNvSpPr txBox="1">
            <a:spLocks noGrp="1"/>
          </p:cNvSpPr>
          <p:nvPr>
            <p:ph type="body" idx="9"/>
          </p:nvPr>
        </p:nvSpPr>
        <p:spPr>
          <a:xfrm>
            <a:off x="9851486" y="2649594"/>
            <a:ext cx="167546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9" name="Google Shape;389;p52"/>
          <p:cNvSpPr txBox="1">
            <a:spLocks noGrp="1"/>
          </p:cNvSpPr>
          <p:nvPr>
            <p:ph type="body" idx="13"/>
          </p:nvPr>
        </p:nvSpPr>
        <p:spPr>
          <a:xfrm>
            <a:off x="2548010" y="3208396"/>
            <a:ext cx="1675469" cy="64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0" name="Google Shape;390;p52"/>
          <p:cNvSpPr txBox="1">
            <a:spLocks noGrp="1"/>
          </p:cNvSpPr>
          <p:nvPr>
            <p:ph type="body" idx="14"/>
          </p:nvPr>
        </p:nvSpPr>
        <p:spPr>
          <a:xfrm>
            <a:off x="2548009" y="2649594"/>
            <a:ext cx="167546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1" name="Google Shape;391;p52"/>
          <p:cNvSpPr txBox="1">
            <a:spLocks noGrp="1"/>
          </p:cNvSpPr>
          <p:nvPr>
            <p:ph type="body" idx="15"/>
          </p:nvPr>
        </p:nvSpPr>
        <p:spPr>
          <a:xfrm>
            <a:off x="719210" y="3208396"/>
            <a:ext cx="1675469" cy="64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2" name="Google Shape;392;p52"/>
          <p:cNvSpPr txBox="1">
            <a:spLocks noGrp="1"/>
          </p:cNvSpPr>
          <p:nvPr>
            <p:ph type="body" idx="16"/>
          </p:nvPr>
        </p:nvSpPr>
        <p:spPr>
          <a:xfrm>
            <a:off x="719209" y="2649594"/>
            <a:ext cx="167546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3" name="Google Shape;393;p52"/>
          <p:cNvSpPr txBox="1">
            <a:spLocks noGrp="1"/>
          </p:cNvSpPr>
          <p:nvPr>
            <p:ph type="body" idx="17"/>
          </p:nvPr>
        </p:nvSpPr>
        <p:spPr>
          <a:xfrm>
            <a:off x="4376810" y="5517842"/>
            <a:ext cx="1675469" cy="64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4" name="Google Shape;394;p52"/>
          <p:cNvSpPr txBox="1">
            <a:spLocks noGrp="1"/>
          </p:cNvSpPr>
          <p:nvPr>
            <p:ph type="body" idx="18"/>
          </p:nvPr>
        </p:nvSpPr>
        <p:spPr>
          <a:xfrm>
            <a:off x="4376809" y="4959040"/>
            <a:ext cx="167546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5" name="Google Shape;395;p52"/>
          <p:cNvSpPr txBox="1">
            <a:spLocks noGrp="1"/>
          </p:cNvSpPr>
          <p:nvPr>
            <p:ph type="body" idx="19"/>
          </p:nvPr>
        </p:nvSpPr>
        <p:spPr>
          <a:xfrm>
            <a:off x="6198576" y="5517842"/>
            <a:ext cx="1675469" cy="64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6" name="Google Shape;396;p52"/>
          <p:cNvSpPr txBox="1">
            <a:spLocks noGrp="1"/>
          </p:cNvSpPr>
          <p:nvPr>
            <p:ph type="body" idx="20"/>
          </p:nvPr>
        </p:nvSpPr>
        <p:spPr>
          <a:xfrm>
            <a:off x="6198575" y="4959040"/>
            <a:ext cx="167546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7" name="Google Shape;397;p52"/>
          <p:cNvSpPr txBox="1">
            <a:spLocks noGrp="1"/>
          </p:cNvSpPr>
          <p:nvPr>
            <p:ph type="body" idx="21"/>
          </p:nvPr>
        </p:nvSpPr>
        <p:spPr>
          <a:xfrm>
            <a:off x="8034410" y="5517842"/>
            <a:ext cx="1675469" cy="64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8" name="Google Shape;398;p52"/>
          <p:cNvSpPr txBox="1">
            <a:spLocks noGrp="1"/>
          </p:cNvSpPr>
          <p:nvPr>
            <p:ph type="body" idx="22"/>
          </p:nvPr>
        </p:nvSpPr>
        <p:spPr>
          <a:xfrm>
            <a:off x="8034409" y="4959040"/>
            <a:ext cx="167546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9" name="Google Shape;399;p52"/>
          <p:cNvSpPr txBox="1">
            <a:spLocks noGrp="1"/>
          </p:cNvSpPr>
          <p:nvPr>
            <p:ph type="body" idx="23"/>
          </p:nvPr>
        </p:nvSpPr>
        <p:spPr>
          <a:xfrm>
            <a:off x="9851487" y="5517842"/>
            <a:ext cx="1675469" cy="64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0" name="Google Shape;400;p52"/>
          <p:cNvSpPr txBox="1">
            <a:spLocks noGrp="1"/>
          </p:cNvSpPr>
          <p:nvPr>
            <p:ph type="body" idx="24"/>
          </p:nvPr>
        </p:nvSpPr>
        <p:spPr>
          <a:xfrm>
            <a:off x="9851486" y="4959040"/>
            <a:ext cx="167546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1" name="Google Shape;401;p52"/>
          <p:cNvSpPr txBox="1">
            <a:spLocks noGrp="1"/>
          </p:cNvSpPr>
          <p:nvPr>
            <p:ph type="body" idx="25"/>
          </p:nvPr>
        </p:nvSpPr>
        <p:spPr>
          <a:xfrm>
            <a:off x="2548010" y="5517842"/>
            <a:ext cx="1675469" cy="64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2" name="Google Shape;402;p52"/>
          <p:cNvSpPr txBox="1">
            <a:spLocks noGrp="1"/>
          </p:cNvSpPr>
          <p:nvPr>
            <p:ph type="body" idx="26"/>
          </p:nvPr>
        </p:nvSpPr>
        <p:spPr>
          <a:xfrm>
            <a:off x="2548009" y="4959040"/>
            <a:ext cx="167546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3" name="Google Shape;403;p52"/>
          <p:cNvSpPr txBox="1">
            <a:spLocks noGrp="1"/>
          </p:cNvSpPr>
          <p:nvPr>
            <p:ph type="body" idx="27"/>
          </p:nvPr>
        </p:nvSpPr>
        <p:spPr>
          <a:xfrm>
            <a:off x="719210" y="5517842"/>
            <a:ext cx="1675469" cy="64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4" name="Google Shape;404;p52"/>
          <p:cNvSpPr txBox="1">
            <a:spLocks noGrp="1"/>
          </p:cNvSpPr>
          <p:nvPr>
            <p:ph type="body" idx="28"/>
          </p:nvPr>
        </p:nvSpPr>
        <p:spPr>
          <a:xfrm>
            <a:off x="719209" y="4959040"/>
            <a:ext cx="167546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5" name="Google Shape;405;p52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, Subs &amp; 4 x Blocks ">
  <p:cSld name="2_Title, Subs &amp; 4 x Blocks 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3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8" name="Google Shape;408;p53"/>
          <p:cNvSpPr txBox="1">
            <a:spLocks noGrp="1"/>
          </p:cNvSpPr>
          <p:nvPr>
            <p:ph type="body" idx="1"/>
          </p:nvPr>
        </p:nvSpPr>
        <p:spPr>
          <a:xfrm>
            <a:off x="723899" y="2449759"/>
            <a:ext cx="3965331" cy="149155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80000" tIns="144000" rIns="180000" bIns="14400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9" name="Google Shape;409;p53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p53"/>
          <p:cNvSpPr txBox="1">
            <a:spLocks noGrp="1"/>
          </p:cNvSpPr>
          <p:nvPr>
            <p:ph type="body" idx="3"/>
          </p:nvPr>
        </p:nvSpPr>
        <p:spPr>
          <a:xfrm>
            <a:off x="723898" y="1890958"/>
            <a:ext cx="3965331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1" name="Google Shape;411;p53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p53"/>
          <p:cNvSpPr txBox="1">
            <a:spLocks noGrp="1"/>
          </p:cNvSpPr>
          <p:nvPr>
            <p:ph type="body" idx="4"/>
          </p:nvPr>
        </p:nvSpPr>
        <p:spPr>
          <a:xfrm>
            <a:off x="5231851" y="3356739"/>
            <a:ext cx="1769860" cy="119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3" name="Google Shape;413;p53"/>
          <p:cNvSpPr txBox="1">
            <a:spLocks noGrp="1"/>
          </p:cNvSpPr>
          <p:nvPr>
            <p:ph type="body" idx="5"/>
          </p:nvPr>
        </p:nvSpPr>
        <p:spPr>
          <a:xfrm>
            <a:off x="723899" y="4712313"/>
            <a:ext cx="3965331" cy="149155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80000" tIns="144000" rIns="180000" bIns="14400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4" name="Google Shape;414;p53"/>
          <p:cNvSpPr txBox="1">
            <a:spLocks noGrp="1"/>
          </p:cNvSpPr>
          <p:nvPr>
            <p:ph type="body" idx="6"/>
          </p:nvPr>
        </p:nvSpPr>
        <p:spPr>
          <a:xfrm>
            <a:off x="723898" y="4153512"/>
            <a:ext cx="3965331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5" name="Google Shape;415;p53"/>
          <p:cNvSpPr txBox="1">
            <a:spLocks noGrp="1"/>
          </p:cNvSpPr>
          <p:nvPr>
            <p:ph type="body" idx="7"/>
          </p:nvPr>
        </p:nvSpPr>
        <p:spPr>
          <a:xfrm>
            <a:off x="7546730" y="2449759"/>
            <a:ext cx="3965331" cy="149155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80000" tIns="144000" rIns="180000" bIns="14400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6" name="Google Shape;416;p53"/>
          <p:cNvSpPr txBox="1">
            <a:spLocks noGrp="1"/>
          </p:cNvSpPr>
          <p:nvPr>
            <p:ph type="body" idx="8"/>
          </p:nvPr>
        </p:nvSpPr>
        <p:spPr>
          <a:xfrm>
            <a:off x="7546729" y="1890958"/>
            <a:ext cx="3965331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7" name="Google Shape;417;p53"/>
          <p:cNvSpPr txBox="1">
            <a:spLocks noGrp="1"/>
          </p:cNvSpPr>
          <p:nvPr>
            <p:ph type="body" idx="9"/>
          </p:nvPr>
        </p:nvSpPr>
        <p:spPr>
          <a:xfrm>
            <a:off x="7546730" y="4712313"/>
            <a:ext cx="3965331" cy="149155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80000" tIns="144000" rIns="180000" bIns="14400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8" name="Google Shape;418;p53"/>
          <p:cNvSpPr txBox="1">
            <a:spLocks noGrp="1"/>
          </p:cNvSpPr>
          <p:nvPr>
            <p:ph type="body" idx="13"/>
          </p:nvPr>
        </p:nvSpPr>
        <p:spPr>
          <a:xfrm>
            <a:off x="7546729" y="4153512"/>
            <a:ext cx="3965331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 columns with icons CENTRED PINK">
  <p:cSld name="1_4 columns with icons CENTRED PINK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4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1" name="Google Shape;421;p54"/>
          <p:cNvSpPr txBox="1">
            <a:spLocks noGrp="1"/>
          </p:cNvSpPr>
          <p:nvPr>
            <p:ph type="body" idx="1"/>
          </p:nvPr>
        </p:nvSpPr>
        <p:spPr>
          <a:xfrm>
            <a:off x="9928126" y="2926790"/>
            <a:ext cx="156343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2" name="Google Shape;422;p54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3" name="Google Shape;423;p54"/>
          <p:cNvSpPr txBox="1">
            <a:spLocks noGrp="1"/>
          </p:cNvSpPr>
          <p:nvPr>
            <p:ph type="body" idx="3"/>
          </p:nvPr>
        </p:nvSpPr>
        <p:spPr>
          <a:xfrm>
            <a:off x="1893508" y="1845290"/>
            <a:ext cx="2572749" cy="232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4" name="Google Shape;424;p54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5" name="Google Shape;425;p54"/>
          <p:cNvSpPr txBox="1">
            <a:spLocks noGrp="1"/>
          </p:cNvSpPr>
          <p:nvPr>
            <p:ph type="body" idx="4"/>
          </p:nvPr>
        </p:nvSpPr>
        <p:spPr>
          <a:xfrm>
            <a:off x="3574502" y="2886350"/>
            <a:ext cx="1848716" cy="23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6" name="Google Shape;426;p54"/>
          <p:cNvSpPr txBox="1">
            <a:spLocks noGrp="1"/>
          </p:cNvSpPr>
          <p:nvPr>
            <p:ph type="body" idx="5"/>
          </p:nvPr>
        </p:nvSpPr>
        <p:spPr>
          <a:xfrm>
            <a:off x="2867121" y="4212141"/>
            <a:ext cx="1965718" cy="206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7" name="Google Shape;427;p54"/>
          <p:cNvSpPr txBox="1">
            <a:spLocks noGrp="1"/>
          </p:cNvSpPr>
          <p:nvPr>
            <p:ph type="body" idx="6"/>
          </p:nvPr>
        </p:nvSpPr>
        <p:spPr>
          <a:xfrm>
            <a:off x="4216867" y="5791203"/>
            <a:ext cx="2374434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8" name="Google Shape;428;p54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 columns with icons CENTRED DEEP PINK">
  <p:cSld name="1_4 columns with icons CENTRED DEEP PINK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5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1" name="Google Shape;431;p55"/>
          <p:cNvSpPr txBox="1">
            <a:spLocks noGrp="1"/>
          </p:cNvSpPr>
          <p:nvPr>
            <p:ph type="body" idx="1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2" name="Google Shape;432;p55"/>
          <p:cNvSpPr txBox="1">
            <a:spLocks noGrp="1"/>
          </p:cNvSpPr>
          <p:nvPr>
            <p:ph type="body" idx="2"/>
          </p:nvPr>
        </p:nvSpPr>
        <p:spPr>
          <a:xfrm>
            <a:off x="1213901" y="4500687"/>
            <a:ext cx="1085708" cy="102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3" name="Google Shape;433;p55"/>
          <p:cNvSpPr txBox="1">
            <a:spLocks noGrp="1"/>
          </p:cNvSpPr>
          <p:nvPr>
            <p:ph type="body" idx="3"/>
          </p:nvPr>
        </p:nvSpPr>
        <p:spPr>
          <a:xfrm>
            <a:off x="2949599" y="4500687"/>
            <a:ext cx="1085708" cy="102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4" name="Google Shape;434;p55"/>
          <p:cNvSpPr txBox="1">
            <a:spLocks noGrp="1"/>
          </p:cNvSpPr>
          <p:nvPr>
            <p:ph type="body" idx="4"/>
          </p:nvPr>
        </p:nvSpPr>
        <p:spPr>
          <a:xfrm>
            <a:off x="4685297" y="4500687"/>
            <a:ext cx="1085708" cy="102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5" name="Google Shape;435;p55"/>
          <p:cNvSpPr txBox="1">
            <a:spLocks noGrp="1"/>
          </p:cNvSpPr>
          <p:nvPr>
            <p:ph type="body" idx="5"/>
          </p:nvPr>
        </p:nvSpPr>
        <p:spPr>
          <a:xfrm>
            <a:off x="6420995" y="4500687"/>
            <a:ext cx="1085708" cy="102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6" name="Google Shape;436;p55"/>
          <p:cNvSpPr txBox="1">
            <a:spLocks noGrp="1"/>
          </p:cNvSpPr>
          <p:nvPr>
            <p:ph type="body" idx="6"/>
          </p:nvPr>
        </p:nvSpPr>
        <p:spPr>
          <a:xfrm>
            <a:off x="8156693" y="4500687"/>
            <a:ext cx="1085708" cy="102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7" name="Google Shape;437;p55"/>
          <p:cNvSpPr txBox="1">
            <a:spLocks noGrp="1"/>
          </p:cNvSpPr>
          <p:nvPr>
            <p:ph type="body" idx="7"/>
          </p:nvPr>
        </p:nvSpPr>
        <p:spPr>
          <a:xfrm>
            <a:off x="9892391" y="4500687"/>
            <a:ext cx="1085708" cy="102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8" name="Google Shape;438;p55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Timeline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6"/>
          <p:cNvSpPr txBox="1">
            <a:spLocks noGrp="1"/>
          </p:cNvSpPr>
          <p:nvPr>
            <p:ph type="body" idx="1"/>
          </p:nvPr>
        </p:nvSpPr>
        <p:spPr>
          <a:xfrm>
            <a:off x="1577317" y="2848487"/>
            <a:ext cx="1085708" cy="39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1" name="Google Shape;441;p56"/>
          <p:cNvSpPr txBox="1">
            <a:spLocks noGrp="1"/>
          </p:cNvSpPr>
          <p:nvPr>
            <p:ph type="body" idx="2"/>
          </p:nvPr>
        </p:nvSpPr>
        <p:spPr>
          <a:xfrm>
            <a:off x="3908701" y="2848487"/>
            <a:ext cx="1085708" cy="39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2" name="Google Shape;442;p56"/>
          <p:cNvSpPr txBox="1">
            <a:spLocks noGrp="1"/>
          </p:cNvSpPr>
          <p:nvPr>
            <p:ph type="body" idx="3"/>
          </p:nvPr>
        </p:nvSpPr>
        <p:spPr>
          <a:xfrm>
            <a:off x="6188075" y="2848487"/>
            <a:ext cx="1085708" cy="39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3" name="Google Shape;443;p56"/>
          <p:cNvSpPr txBox="1">
            <a:spLocks noGrp="1"/>
          </p:cNvSpPr>
          <p:nvPr>
            <p:ph type="body" idx="4"/>
          </p:nvPr>
        </p:nvSpPr>
        <p:spPr>
          <a:xfrm>
            <a:off x="8427693" y="2848487"/>
            <a:ext cx="1085708" cy="39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4" name="Google Shape;444;p56"/>
          <p:cNvSpPr txBox="1">
            <a:spLocks noGrp="1"/>
          </p:cNvSpPr>
          <p:nvPr>
            <p:ph type="body" idx="5"/>
          </p:nvPr>
        </p:nvSpPr>
        <p:spPr>
          <a:xfrm>
            <a:off x="2735531" y="2409237"/>
            <a:ext cx="1085708" cy="39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5" name="Google Shape;445;p56"/>
          <p:cNvSpPr txBox="1">
            <a:spLocks noGrp="1"/>
          </p:cNvSpPr>
          <p:nvPr>
            <p:ph type="body" idx="6"/>
          </p:nvPr>
        </p:nvSpPr>
        <p:spPr>
          <a:xfrm>
            <a:off x="5028155" y="2409237"/>
            <a:ext cx="1085708" cy="39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6" name="Google Shape;446;p56"/>
          <p:cNvSpPr txBox="1">
            <a:spLocks noGrp="1"/>
          </p:cNvSpPr>
          <p:nvPr>
            <p:ph type="body" idx="7"/>
          </p:nvPr>
        </p:nvSpPr>
        <p:spPr>
          <a:xfrm>
            <a:off x="7294277" y="2409237"/>
            <a:ext cx="1085708" cy="39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7" name="Google Shape;447;p56"/>
          <p:cNvSpPr txBox="1">
            <a:spLocks noGrp="1"/>
          </p:cNvSpPr>
          <p:nvPr>
            <p:ph type="body" idx="8"/>
          </p:nvPr>
        </p:nvSpPr>
        <p:spPr>
          <a:xfrm>
            <a:off x="9586903" y="2409237"/>
            <a:ext cx="1085708" cy="39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8" name="Google Shape;448;p56"/>
          <p:cNvSpPr txBox="1">
            <a:spLocks noGrp="1"/>
          </p:cNvSpPr>
          <p:nvPr>
            <p:ph type="body" idx="9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9" name="Google Shape;449;p56"/>
          <p:cNvSpPr txBox="1">
            <a:spLocks noGrp="1"/>
          </p:cNvSpPr>
          <p:nvPr>
            <p:ph type="body" idx="1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0" name="Google Shape;450;p56"/>
          <p:cNvSpPr txBox="1">
            <a:spLocks noGrp="1"/>
          </p:cNvSpPr>
          <p:nvPr>
            <p:ph type="title"/>
          </p:nvPr>
        </p:nvSpPr>
        <p:spPr>
          <a:xfrm>
            <a:off x="723898" y="577128"/>
            <a:ext cx="9665799" cy="79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56"/>
          <p:cNvSpPr txBox="1">
            <a:spLocks noGrp="1"/>
          </p:cNvSpPr>
          <p:nvPr>
            <p:ph type="body" idx="14"/>
          </p:nvPr>
        </p:nvSpPr>
        <p:spPr>
          <a:xfrm>
            <a:off x="584267" y="4421695"/>
            <a:ext cx="904555" cy="607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2" name="Google Shape;452;p56"/>
          <p:cNvSpPr txBox="1">
            <a:spLocks noGrp="1"/>
          </p:cNvSpPr>
          <p:nvPr>
            <p:ph type="body" idx="15"/>
          </p:nvPr>
        </p:nvSpPr>
        <p:spPr>
          <a:xfrm>
            <a:off x="1644441" y="4421696"/>
            <a:ext cx="904555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3" name="Google Shape;453;p56"/>
          <p:cNvSpPr txBox="1">
            <a:spLocks noGrp="1"/>
          </p:cNvSpPr>
          <p:nvPr>
            <p:ph type="body" idx="16"/>
          </p:nvPr>
        </p:nvSpPr>
        <p:spPr>
          <a:xfrm>
            <a:off x="2770876" y="4421696"/>
            <a:ext cx="904555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4" name="Google Shape;454;p56"/>
          <p:cNvSpPr txBox="1">
            <a:spLocks noGrp="1"/>
          </p:cNvSpPr>
          <p:nvPr>
            <p:ph type="body" idx="17"/>
          </p:nvPr>
        </p:nvSpPr>
        <p:spPr>
          <a:xfrm>
            <a:off x="3937067" y="4421696"/>
            <a:ext cx="904555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5" name="Google Shape;455;p56"/>
          <p:cNvSpPr txBox="1">
            <a:spLocks noGrp="1"/>
          </p:cNvSpPr>
          <p:nvPr>
            <p:ph type="body" idx="18"/>
          </p:nvPr>
        </p:nvSpPr>
        <p:spPr>
          <a:xfrm>
            <a:off x="5103258" y="4421696"/>
            <a:ext cx="904555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6" name="Google Shape;456;p56"/>
          <p:cNvSpPr txBox="1">
            <a:spLocks noGrp="1"/>
          </p:cNvSpPr>
          <p:nvPr>
            <p:ph type="body" idx="19"/>
          </p:nvPr>
        </p:nvSpPr>
        <p:spPr>
          <a:xfrm>
            <a:off x="6269449" y="4421696"/>
            <a:ext cx="904555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7" name="Google Shape;457;p56"/>
          <p:cNvSpPr txBox="1">
            <a:spLocks noGrp="1"/>
          </p:cNvSpPr>
          <p:nvPr>
            <p:ph type="body" idx="20"/>
          </p:nvPr>
        </p:nvSpPr>
        <p:spPr>
          <a:xfrm>
            <a:off x="7395884" y="4421696"/>
            <a:ext cx="904555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8" name="Google Shape;458;p56"/>
          <p:cNvSpPr txBox="1">
            <a:spLocks noGrp="1"/>
          </p:cNvSpPr>
          <p:nvPr>
            <p:ph type="body" idx="21"/>
          </p:nvPr>
        </p:nvSpPr>
        <p:spPr>
          <a:xfrm>
            <a:off x="8535571" y="4421696"/>
            <a:ext cx="904555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9" name="Google Shape;459;p56"/>
          <p:cNvSpPr txBox="1">
            <a:spLocks noGrp="1"/>
          </p:cNvSpPr>
          <p:nvPr>
            <p:ph type="body" idx="22"/>
          </p:nvPr>
        </p:nvSpPr>
        <p:spPr>
          <a:xfrm>
            <a:off x="9701762" y="4421696"/>
            <a:ext cx="904555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0" name="Google Shape;460;p56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1" name="Google Shape;461;p56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Stages">
  <p:cSld name="5 Stages"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7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57"/>
          <p:cNvSpPr txBox="1">
            <a:spLocks noGrp="1"/>
          </p:cNvSpPr>
          <p:nvPr>
            <p:ph type="body" idx="1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5" name="Google Shape;465;p57"/>
          <p:cNvSpPr txBox="1">
            <a:spLocks noGrp="1"/>
          </p:cNvSpPr>
          <p:nvPr>
            <p:ph type="body" idx="2"/>
          </p:nvPr>
        </p:nvSpPr>
        <p:spPr>
          <a:xfrm>
            <a:off x="723900" y="1384299"/>
            <a:ext cx="6281538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6" name="Google Shape;466;p57"/>
          <p:cNvSpPr txBox="1">
            <a:spLocks noGrp="1"/>
          </p:cNvSpPr>
          <p:nvPr>
            <p:ph type="body" idx="3"/>
          </p:nvPr>
        </p:nvSpPr>
        <p:spPr>
          <a:xfrm>
            <a:off x="723900" y="4560786"/>
            <a:ext cx="1913284" cy="1367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7" name="Google Shape;467;p57"/>
          <p:cNvSpPr txBox="1">
            <a:spLocks noGrp="1"/>
          </p:cNvSpPr>
          <p:nvPr>
            <p:ph type="body" idx="4"/>
          </p:nvPr>
        </p:nvSpPr>
        <p:spPr>
          <a:xfrm>
            <a:off x="723900" y="3831544"/>
            <a:ext cx="1913284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8" name="Google Shape;468;p57"/>
          <p:cNvSpPr txBox="1">
            <a:spLocks noGrp="1"/>
          </p:cNvSpPr>
          <p:nvPr>
            <p:ph type="body" idx="5"/>
          </p:nvPr>
        </p:nvSpPr>
        <p:spPr>
          <a:xfrm>
            <a:off x="2884005" y="3854201"/>
            <a:ext cx="1913284" cy="207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9" name="Google Shape;469;p57"/>
          <p:cNvSpPr txBox="1">
            <a:spLocks noGrp="1"/>
          </p:cNvSpPr>
          <p:nvPr>
            <p:ph type="body" idx="6"/>
          </p:nvPr>
        </p:nvSpPr>
        <p:spPr>
          <a:xfrm>
            <a:off x="2884005" y="3124959"/>
            <a:ext cx="1913284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0" name="Google Shape;470;p57"/>
          <p:cNvSpPr txBox="1">
            <a:spLocks noGrp="1"/>
          </p:cNvSpPr>
          <p:nvPr>
            <p:ph type="body" idx="7"/>
          </p:nvPr>
        </p:nvSpPr>
        <p:spPr>
          <a:xfrm>
            <a:off x="5044109" y="3293705"/>
            <a:ext cx="1913284" cy="2634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1" name="Google Shape;471;p57"/>
          <p:cNvSpPr txBox="1">
            <a:spLocks noGrp="1"/>
          </p:cNvSpPr>
          <p:nvPr>
            <p:ph type="body" idx="8"/>
          </p:nvPr>
        </p:nvSpPr>
        <p:spPr>
          <a:xfrm>
            <a:off x="5044109" y="2564464"/>
            <a:ext cx="1913284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2" name="Google Shape;472;p57"/>
          <p:cNvSpPr txBox="1">
            <a:spLocks noGrp="1"/>
          </p:cNvSpPr>
          <p:nvPr>
            <p:ph type="body" idx="9"/>
          </p:nvPr>
        </p:nvSpPr>
        <p:spPr>
          <a:xfrm>
            <a:off x="7190961" y="2625905"/>
            <a:ext cx="1913284" cy="3302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3" name="Google Shape;473;p57"/>
          <p:cNvSpPr txBox="1">
            <a:spLocks noGrp="1"/>
          </p:cNvSpPr>
          <p:nvPr>
            <p:ph type="body" idx="13"/>
          </p:nvPr>
        </p:nvSpPr>
        <p:spPr>
          <a:xfrm>
            <a:off x="7190961" y="1896664"/>
            <a:ext cx="1913284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4" name="Google Shape;474;p57"/>
          <p:cNvSpPr txBox="1">
            <a:spLocks noGrp="1"/>
          </p:cNvSpPr>
          <p:nvPr>
            <p:ph type="body" idx="14"/>
          </p:nvPr>
        </p:nvSpPr>
        <p:spPr>
          <a:xfrm>
            <a:off x="9337813" y="1995532"/>
            <a:ext cx="1913284" cy="393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5" name="Google Shape;475;p57"/>
          <p:cNvSpPr txBox="1">
            <a:spLocks noGrp="1"/>
          </p:cNvSpPr>
          <p:nvPr>
            <p:ph type="body" idx="15"/>
          </p:nvPr>
        </p:nvSpPr>
        <p:spPr>
          <a:xfrm>
            <a:off x="9337813" y="1266291"/>
            <a:ext cx="1913284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6" name="Google Shape;476;p57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7" name="Google Shape;477;p57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 &amp; 4 logos">
  <p:cSld name="Title, Sub &amp; 4 logos"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8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58"/>
          <p:cNvSpPr txBox="1">
            <a:spLocks noGrp="1"/>
          </p:cNvSpPr>
          <p:nvPr>
            <p:ph type="body" idx="1"/>
          </p:nvPr>
        </p:nvSpPr>
        <p:spPr>
          <a:xfrm>
            <a:off x="1602769" y="2033750"/>
            <a:ext cx="4226531" cy="1901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1" name="Google Shape;481;p58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2" name="Google Shape;482;p58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3" name="Google Shape;483;p58"/>
          <p:cNvSpPr txBox="1">
            <a:spLocks noGrp="1"/>
          </p:cNvSpPr>
          <p:nvPr>
            <p:ph type="body" idx="4"/>
          </p:nvPr>
        </p:nvSpPr>
        <p:spPr>
          <a:xfrm>
            <a:off x="7241570" y="2033750"/>
            <a:ext cx="4226531" cy="1901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4" name="Google Shape;484;p58"/>
          <p:cNvSpPr txBox="1">
            <a:spLocks noGrp="1"/>
          </p:cNvSpPr>
          <p:nvPr>
            <p:ph type="body" idx="5"/>
          </p:nvPr>
        </p:nvSpPr>
        <p:spPr>
          <a:xfrm>
            <a:off x="1602768" y="4158788"/>
            <a:ext cx="4226531" cy="1901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5" name="Google Shape;485;p58"/>
          <p:cNvSpPr txBox="1">
            <a:spLocks noGrp="1"/>
          </p:cNvSpPr>
          <p:nvPr>
            <p:ph type="body" idx="6"/>
          </p:nvPr>
        </p:nvSpPr>
        <p:spPr>
          <a:xfrm>
            <a:off x="7241569" y="4158788"/>
            <a:ext cx="4226531" cy="1901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6" name="Google Shape;486;p58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7" name="Google Shape;487;p58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, Image Right">
  <p:cSld name="Title, Content, Image Right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9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5593774" cy="2043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0" name="Google Shape;490;p59"/>
          <p:cNvSpPr txBox="1">
            <a:spLocks noGrp="1"/>
          </p:cNvSpPr>
          <p:nvPr>
            <p:ph type="body" idx="1"/>
          </p:nvPr>
        </p:nvSpPr>
        <p:spPr>
          <a:xfrm>
            <a:off x="723899" y="2620800"/>
            <a:ext cx="5593774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1" name="Google Shape;491;p59"/>
          <p:cNvSpPr txBox="1">
            <a:spLocks noGrp="1"/>
          </p:cNvSpPr>
          <p:nvPr>
            <p:ph type="body" idx="2"/>
          </p:nvPr>
        </p:nvSpPr>
        <p:spPr>
          <a:xfrm>
            <a:off x="723899" y="292099"/>
            <a:ext cx="5593773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2" name="Google Shape;492;p59"/>
          <p:cNvSpPr>
            <a:spLocks noGrp="1"/>
          </p:cNvSpPr>
          <p:nvPr>
            <p:ph type="pic" idx="3"/>
          </p:nvPr>
        </p:nvSpPr>
        <p:spPr>
          <a:xfrm>
            <a:off x="7080000" y="0"/>
            <a:ext cx="511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93" name="Google Shape;493;p59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, Content Image Right">
  <p:cSld name="Title, Sub, Content Image Right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0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5593774" cy="1268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60"/>
          <p:cNvSpPr txBox="1">
            <a:spLocks noGrp="1"/>
          </p:cNvSpPr>
          <p:nvPr>
            <p:ph type="body" idx="1"/>
          </p:nvPr>
        </p:nvSpPr>
        <p:spPr>
          <a:xfrm>
            <a:off x="723899" y="2620800"/>
            <a:ext cx="5593774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7" name="Google Shape;497;p60"/>
          <p:cNvSpPr txBox="1">
            <a:spLocks noGrp="1"/>
          </p:cNvSpPr>
          <p:nvPr>
            <p:ph type="body" idx="2"/>
          </p:nvPr>
        </p:nvSpPr>
        <p:spPr>
          <a:xfrm>
            <a:off x="723899" y="292099"/>
            <a:ext cx="5593773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8" name="Google Shape;498;p60"/>
          <p:cNvSpPr txBox="1">
            <a:spLocks noGrp="1"/>
          </p:cNvSpPr>
          <p:nvPr>
            <p:ph type="body" idx="3"/>
          </p:nvPr>
        </p:nvSpPr>
        <p:spPr>
          <a:xfrm>
            <a:off x="723899" y="1977445"/>
            <a:ext cx="5593773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9" name="Google Shape;499;p60"/>
          <p:cNvSpPr>
            <a:spLocks noGrp="1"/>
          </p:cNvSpPr>
          <p:nvPr>
            <p:ph type="pic" idx="4"/>
          </p:nvPr>
        </p:nvSpPr>
        <p:spPr>
          <a:xfrm>
            <a:off x="7080000" y="0"/>
            <a:ext cx="511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60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1" name="Google Shape;501;p60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, Image Left">
  <p:cSld name="Title, Content, Image Left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1"/>
          <p:cNvSpPr txBox="1">
            <a:spLocks noGrp="1"/>
          </p:cNvSpPr>
          <p:nvPr>
            <p:ph type="title"/>
          </p:nvPr>
        </p:nvSpPr>
        <p:spPr>
          <a:xfrm>
            <a:off x="5690757" y="577128"/>
            <a:ext cx="4012043" cy="2043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61"/>
          <p:cNvSpPr txBox="1">
            <a:spLocks noGrp="1"/>
          </p:cNvSpPr>
          <p:nvPr>
            <p:ph type="body" idx="1"/>
          </p:nvPr>
        </p:nvSpPr>
        <p:spPr>
          <a:xfrm>
            <a:off x="5690757" y="2620800"/>
            <a:ext cx="5818908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5" name="Google Shape;505;p61"/>
          <p:cNvSpPr txBox="1">
            <a:spLocks noGrp="1"/>
          </p:cNvSpPr>
          <p:nvPr>
            <p:ph type="body" idx="2"/>
          </p:nvPr>
        </p:nvSpPr>
        <p:spPr>
          <a:xfrm>
            <a:off x="5690757" y="292099"/>
            <a:ext cx="4012043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6" name="Google Shape;506;p61"/>
          <p:cNvSpPr>
            <a:spLocks noGrp="1"/>
          </p:cNvSpPr>
          <p:nvPr>
            <p:ph type="pic" idx="3"/>
          </p:nvPr>
        </p:nvSpPr>
        <p:spPr>
          <a:xfrm>
            <a:off x="0" y="0"/>
            <a:ext cx="511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61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8" name="Google Shape;508;p61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, Content Image Left">
  <p:cSld name="Title, Sub, Content Image Left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2"/>
          <p:cNvSpPr txBox="1">
            <a:spLocks noGrp="1"/>
          </p:cNvSpPr>
          <p:nvPr>
            <p:ph type="title"/>
          </p:nvPr>
        </p:nvSpPr>
        <p:spPr>
          <a:xfrm>
            <a:off x="5690757" y="577128"/>
            <a:ext cx="4014000" cy="1268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1" name="Google Shape;511;p62"/>
          <p:cNvSpPr txBox="1">
            <a:spLocks noGrp="1"/>
          </p:cNvSpPr>
          <p:nvPr>
            <p:ph type="body" idx="1"/>
          </p:nvPr>
        </p:nvSpPr>
        <p:spPr>
          <a:xfrm>
            <a:off x="5690757" y="2620800"/>
            <a:ext cx="5818908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2" name="Google Shape;512;p62"/>
          <p:cNvSpPr txBox="1">
            <a:spLocks noGrp="1"/>
          </p:cNvSpPr>
          <p:nvPr>
            <p:ph type="body" idx="2"/>
          </p:nvPr>
        </p:nvSpPr>
        <p:spPr>
          <a:xfrm>
            <a:off x="5690758" y="292099"/>
            <a:ext cx="40140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3" name="Google Shape;513;p62"/>
          <p:cNvSpPr txBox="1">
            <a:spLocks noGrp="1"/>
          </p:cNvSpPr>
          <p:nvPr>
            <p:ph type="body" idx="3"/>
          </p:nvPr>
        </p:nvSpPr>
        <p:spPr>
          <a:xfrm>
            <a:off x="5690757" y="1977445"/>
            <a:ext cx="5818908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4" name="Google Shape;514;p62"/>
          <p:cNvSpPr>
            <a:spLocks noGrp="1"/>
          </p:cNvSpPr>
          <p:nvPr>
            <p:ph type="pic" idx="4"/>
          </p:nvPr>
        </p:nvSpPr>
        <p:spPr>
          <a:xfrm>
            <a:off x="0" y="0"/>
            <a:ext cx="511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62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6" name="Google Shape;516;p62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3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4"/>
          <p:cNvSpPr txBox="1">
            <a:spLocks noGrp="1"/>
          </p:cNvSpPr>
          <p:nvPr>
            <p:ph type="title"/>
          </p:nvPr>
        </p:nvSpPr>
        <p:spPr>
          <a:xfrm>
            <a:off x="648000" y="524495"/>
            <a:ext cx="9178388" cy="117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521;p64"/>
          <p:cNvSpPr txBox="1">
            <a:spLocks noGrp="1"/>
          </p:cNvSpPr>
          <p:nvPr>
            <p:ph type="body" idx="1"/>
          </p:nvPr>
        </p:nvSpPr>
        <p:spPr>
          <a:xfrm>
            <a:off x="648000" y="205437"/>
            <a:ext cx="9178387" cy="246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2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22" name="Google Shape;522;p64"/>
          <p:cNvSpPr txBox="1">
            <a:spLocks noGrp="1"/>
          </p:cNvSpPr>
          <p:nvPr>
            <p:ph type="body" idx="2"/>
          </p:nvPr>
        </p:nvSpPr>
        <p:spPr>
          <a:xfrm>
            <a:off x="647999" y="2008417"/>
            <a:ext cx="5029469" cy="384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23" name="Google Shape;523;p64"/>
          <p:cNvSpPr txBox="1">
            <a:spLocks noGrp="1"/>
          </p:cNvSpPr>
          <p:nvPr>
            <p:ph type="body" idx="3"/>
          </p:nvPr>
        </p:nvSpPr>
        <p:spPr>
          <a:xfrm>
            <a:off x="647999" y="2514671"/>
            <a:ext cx="5015821" cy="35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24" name="Google Shape;524;p64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fa2707f2fe_2_49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s &amp; 2 x Content">
  <p:cSld name="Title, Subs &amp; 2 x Content"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fa2707f2fe_2_13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5" name="Google Shape;535;g2fa2707f2fe_2_13"/>
          <p:cNvSpPr txBox="1">
            <a:spLocks noGrp="1"/>
          </p:cNvSpPr>
          <p:nvPr>
            <p:ph type="body" idx="1"/>
          </p:nvPr>
        </p:nvSpPr>
        <p:spPr>
          <a:xfrm>
            <a:off x="723899" y="2619374"/>
            <a:ext cx="5105401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6" name="Google Shape;536;g2fa2707f2fe_2_13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7" name="Google Shape;537;g2fa2707f2fe_2_13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8" name="Google Shape;538;g2fa2707f2fe_2_13"/>
          <p:cNvSpPr txBox="1">
            <a:spLocks noGrp="1"/>
          </p:cNvSpPr>
          <p:nvPr>
            <p:ph type="body" idx="4"/>
          </p:nvPr>
        </p:nvSpPr>
        <p:spPr>
          <a:xfrm>
            <a:off x="723898" y="2060573"/>
            <a:ext cx="5105401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9" name="Google Shape;539;g2fa2707f2fe_2_13"/>
          <p:cNvSpPr txBox="1">
            <a:spLocks noGrp="1"/>
          </p:cNvSpPr>
          <p:nvPr>
            <p:ph type="body" idx="5"/>
          </p:nvPr>
        </p:nvSpPr>
        <p:spPr>
          <a:xfrm>
            <a:off x="6362700" y="2619374"/>
            <a:ext cx="5105401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0" name="Google Shape;540;g2fa2707f2fe_2_13"/>
          <p:cNvSpPr txBox="1">
            <a:spLocks noGrp="1"/>
          </p:cNvSpPr>
          <p:nvPr>
            <p:ph type="body" idx="6"/>
          </p:nvPr>
        </p:nvSpPr>
        <p:spPr>
          <a:xfrm>
            <a:off x="6362699" y="2060573"/>
            <a:ext cx="5105401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1" name="Google Shape;541;g2fa2707f2fe_2_13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2" name="Google Shape;542;g2fa2707f2fe_2_13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">
  <p:cSld name="1_Title Slide"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Google Shape;544;g2fa2707f2fe_2_6" descr="A large iceberg in the water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g2fa2707f2fe_2_6"/>
          <p:cNvSpPr txBox="1">
            <a:spLocks noGrp="1"/>
          </p:cNvSpPr>
          <p:nvPr>
            <p:ph type="ctrTitle"/>
          </p:nvPr>
        </p:nvSpPr>
        <p:spPr>
          <a:xfrm>
            <a:off x="694800" y="1122362"/>
            <a:ext cx="9144000" cy="2649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6" name="Google Shape;546;g2fa2707f2fe_2_6"/>
          <p:cNvSpPr txBox="1">
            <a:spLocks noGrp="1"/>
          </p:cNvSpPr>
          <p:nvPr>
            <p:ph type="subTitle" idx="1"/>
          </p:nvPr>
        </p:nvSpPr>
        <p:spPr>
          <a:xfrm>
            <a:off x="699036" y="3969052"/>
            <a:ext cx="91440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47" name="Google Shape;547;g2fa2707f2fe_2_6"/>
          <p:cNvSpPr txBox="1">
            <a:spLocks noGrp="1"/>
          </p:cNvSpPr>
          <p:nvPr>
            <p:ph type="body" idx="2"/>
          </p:nvPr>
        </p:nvSpPr>
        <p:spPr>
          <a:xfrm>
            <a:off x="694800" y="4727753"/>
            <a:ext cx="6535458" cy="526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548" name="Google Shape;548;g2fa2707f2fe_2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4800" y="5759315"/>
            <a:ext cx="1503475" cy="394577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g2fa2707f2fe_2_6"/>
          <p:cNvSpPr txBox="1"/>
          <p:nvPr/>
        </p:nvSpPr>
        <p:spPr>
          <a:xfrm>
            <a:off x="3467099" y="6429088"/>
            <a:ext cx="8042566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Confidential Information – For intended recipients only. Apexon, Copyright © 2024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A">
  <p:cSld name="Divider A"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g2fa2707f2fe_2_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g2fa2707f2fe_2_23"/>
          <p:cNvSpPr txBox="1">
            <a:spLocks noGrp="1"/>
          </p:cNvSpPr>
          <p:nvPr>
            <p:ph type="title"/>
          </p:nvPr>
        </p:nvSpPr>
        <p:spPr>
          <a:xfrm>
            <a:off x="799620" y="2788138"/>
            <a:ext cx="774803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3" name="Google Shape;553;g2fa2707f2fe_2_23"/>
          <p:cNvSpPr txBox="1">
            <a:spLocks noGrp="1"/>
          </p:cNvSpPr>
          <p:nvPr>
            <p:ph type="body" idx="1"/>
          </p:nvPr>
        </p:nvSpPr>
        <p:spPr>
          <a:xfrm>
            <a:off x="799620" y="4457523"/>
            <a:ext cx="6535458" cy="1068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554" name="Google Shape;554;g2fa2707f2fe_2_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97288" y="355297"/>
            <a:ext cx="1112377" cy="291936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g2fa2707f2fe_2_23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6" name="Google Shape;556;g2fa2707f2fe_2_23"/>
          <p:cNvSpPr txBox="1"/>
          <p:nvPr/>
        </p:nvSpPr>
        <p:spPr>
          <a:xfrm>
            <a:off x="4651513" y="6429088"/>
            <a:ext cx="685815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Confidential Information – For intended recipients only. Apexon, Copyright © 2024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g2fa2707f2fe_2_23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vider B">
  <p:cSld name="1_Divider B"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Google Shape;559;g2fa2707f2fe_2_31" descr="A person standing in front of a group of peop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272540" cy="6903304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g2fa2707f2fe_2_31"/>
          <p:cNvSpPr/>
          <p:nvPr/>
        </p:nvSpPr>
        <p:spPr>
          <a:xfrm>
            <a:off x="-11792" y="-51776"/>
            <a:ext cx="12307201" cy="6955080"/>
          </a:xfrm>
          <a:prstGeom prst="rect">
            <a:avLst/>
          </a:prstGeom>
          <a:solidFill>
            <a:srgbClr val="95F7F9">
              <a:alpha val="8509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1" name="Google Shape;561;g2fa2707f2fe_2_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97287" y="354749"/>
            <a:ext cx="1112377" cy="292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g2fa2707f2fe_2_31"/>
          <p:cNvPicPr preferRelativeResize="0"/>
          <p:nvPr/>
        </p:nvPicPr>
        <p:blipFill rotWithShape="1">
          <a:blip r:embed="rId4">
            <a:alphaModFix/>
          </a:blip>
          <a:srcRect r="28026" b="71919"/>
          <a:stretch/>
        </p:blipFill>
        <p:spPr>
          <a:xfrm>
            <a:off x="329167" y="1092200"/>
            <a:ext cx="14682523" cy="576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g2fa2707f2fe_2_31"/>
          <p:cNvSpPr txBox="1">
            <a:spLocks noGrp="1"/>
          </p:cNvSpPr>
          <p:nvPr>
            <p:ph type="title"/>
          </p:nvPr>
        </p:nvSpPr>
        <p:spPr>
          <a:xfrm>
            <a:off x="799620" y="2788138"/>
            <a:ext cx="774803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4" name="Google Shape;564;g2fa2707f2fe_2_31"/>
          <p:cNvSpPr txBox="1">
            <a:spLocks noGrp="1"/>
          </p:cNvSpPr>
          <p:nvPr>
            <p:ph type="body" idx="1"/>
          </p:nvPr>
        </p:nvSpPr>
        <p:spPr>
          <a:xfrm>
            <a:off x="799620" y="4457523"/>
            <a:ext cx="6535458" cy="1068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65" name="Google Shape;565;g2fa2707f2fe_2_31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6" name="Google Shape;566;g2fa2707f2fe_2_31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g2fa2707f2fe_2_31"/>
          <p:cNvSpPr txBox="1"/>
          <p:nvPr/>
        </p:nvSpPr>
        <p:spPr>
          <a:xfrm>
            <a:off x="3467099" y="6429088"/>
            <a:ext cx="8042566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Confidential Information – For intended recipients only. Apexon, Copyright © 2024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E">
  <p:cSld name="Divider E"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9" name="Google Shape;569;g2fa2707f2fe_2_41" descr="A group of people looking at a computer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g2fa2707f2fe_2_41"/>
          <p:cNvSpPr txBox="1">
            <a:spLocks noGrp="1"/>
          </p:cNvSpPr>
          <p:nvPr>
            <p:ph type="title"/>
          </p:nvPr>
        </p:nvSpPr>
        <p:spPr>
          <a:xfrm>
            <a:off x="799620" y="2788138"/>
            <a:ext cx="774803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g2fa2707f2fe_2_41"/>
          <p:cNvSpPr txBox="1">
            <a:spLocks noGrp="1"/>
          </p:cNvSpPr>
          <p:nvPr>
            <p:ph type="body" idx="1"/>
          </p:nvPr>
        </p:nvSpPr>
        <p:spPr>
          <a:xfrm>
            <a:off x="799620" y="4457523"/>
            <a:ext cx="6535458" cy="1068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572" name="Google Shape;572;g2fa2707f2fe_2_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97288" y="355297"/>
            <a:ext cx="1112377" cy="291936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g2fa2707f2fe_2_41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4" name="Google Shape;574;g2fa2707f2fe_2_41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g2fa2707f2fe_2_41"/>
          <p:cNvSpPr txBox="1"/>
          <p:nvPr/>
        </p:nvSpPr>
        <p:spPr>
          <a:xfrm>
            <a:off x="3467099" y="6429088"/>
            <a:ext cx="8042566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Confidential Information – For intended recipients only. Apexon, Copyright © 2024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 &amp; Content">
  <p:cSld name="Title, Sub &amp; Content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fa2707f2fe_2_51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648" cy="140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8" name="Google Shape;578;g2fa2707f2fe_2_51"/>
          <p:cNvSpPr txBox="1">
            <a:spLocks noGrp="1"/>
          </p:cNvSpPr>
          <p:nvPr>
            <p:ph type="body" idx="1"/>
          </p:nvPr>
        </p:nvSpPr>
        <p:spPr>
          <a:xfrm>
            <a:off x="723899" y="2620800"/>
            <a:ext cx="9292935" cy="3781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Char char="•"/>
              <a:defRPr sz="1600" b="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9" name="Google Shape;579;g2fa2707f2fe_2_51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648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0" name="Google Shape;580;g2fa2707f2fe_2_51"/>
          <p:cNvSpPr txBox="1">
            <a:spLocks noGrp="1"/>
          </p:cNvSpPr>
          <p:nvPr>
            <p:ph type="body" idx="3"/>
          </p:nvPr>
        </p:nvSpPr>
        <p:spPr>
          <a:xfrm>
            <a:off x="723899" y="1977445"/>
            <a:ext cx="9292935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1" name="Google Shape;581;g2fa2707f2fe_2_51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2" name="Google Shape;582;g2fa2707f2fe_2_51"/>
          <p:cNvSpPr txBox="1"/>
          <p:nvPr/>
        </p:nvSpPr>
        <p:spPr>
          <a:xfrm>
            <a:off x="11603188" y="6424004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B">
  <p:cSld name="Divider B"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g2fa2707f2fe_2_58" descr="A group of people in a hospital bed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g2fa2707f2fe_2_58"/>
          <p:cNvSpPr txBox="1">
            <a:spLocks noGrp="1"/>
          </p:cNvSpPr>
          <p:nvPr>
            <p:ph type="title"/>
          </p:nvPr>
        </p:nvSpPr>
        <p:spPr>
          <a:xfrm>
            <a:off x="799620" y="2788138"/>
            <a:ext cx="774803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6" name="Google Shape;586;g2fa2707f2fe_2_58"/>
          <p:cNvSpPr txBox="1">
            <a:spLocks noGrp="1"/>
          </p:cNvSpPr>
          <p:nvPr>
            <p:ph type="body" idx="1"/>
          </p:nvPr>
        </p:nvSpPr>
        <p:spPr>
          <a:xfrm>
            <a:off x="799620" y="4457523"/>
            <a:ext cx="6535458" cy="1068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587" name="Google Shape;587;g2fa2707f2fe_2_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97288" y="355297"/>
            <a:ext cx="1112377" cy="291936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g2fa2707f2fe_2_58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9" name="Google Shape;589;g2fa2707f2fe_2_58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g2fa2707f2fe_2_58"/>
          <p:cNvSpPr txBox="1"/>
          <p:nvPr/>
        </p:nvSpPr>
        <p:spPr>
          <a:xfrm>
            <a:off x="3467099" y="6429088"/>
            <a:ext cx="8042566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Confidential Information – For intended recipients only. Apexon, Copyright © 2024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s with icons PINK">
  <p:cSld name="4 columns with icons PINK"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2fa2707f2fe_2_66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g2fa2707f2fe_2_66"/>
          <p:cNvSpPr txBox="1">
            <a:spLocks noGrp="1"/>
          </p:cNvSpPr>
          <p:nvPr>
            <p:ph type="body" idx="1"/>
          </p:nvPr>
        </p:nvSpPr>
        <p:spPr>
          <a:xfrm>
            <a:off x="7239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4" name="Google Shape;594;g2fa2707f2fe_2_66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5" name="Google Shape;595;g2fa2707f2fe_2_66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6" name="Google Shape;596;g2fa2707f2fe_2_66"/>
          <p:cNvSpPr txBox="1">
            <a:spLocks noGrp="1"/>
          </p:cNvSpPr>
          <p:nvPr>
            <p:ph type="body" idx="4"/>
          </p:nvPr>
        </p:nvSpPr>
        <p:spPr>
          <a:xfrm>
            <a:off x="7238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7" name="Google Shape;597;g2fa2707f2fe_2_66"/>
          <p:cNvSpPr txBox="1">
            <a:spLocks noGrp="1"/>
          </p:cNvSpPr>
          <p:nvPr>
            <p:ph type="body" idx="5"/>
          </p:nvPr>
        </p:nvSpPr>
        <p:spPr>
          <a:xfrm>
            <a:off x="345195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8" name="Google Shape;598;g2fa2707f2fe_2_66"/>
          <p:cNvSpPr txBox="1">
            <a:spLocks noGrp="1"/>
          </p:cNvSpPr>
          <p:nvPr>
            <p:ph type="body" idx="6"/>
          </p:nvPr>
        </p:nvSpPr>
        <p:spPr>
          <a:xfrm>
            <a:off x="345194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9" name="Google Shape;599;g2fa2707f2fe_2_66"/>
          <p:cNvSpPr txBox="1">
            <a:spLocks noGrp="1"/>
          </p:cNvSpPr>
          <p:nvPr>
            <p:ph type="body" idx="7"/>
          </p:nvPr>
        </p:nvSpPr>
        <p:spPr>
          <a:xfrm>
            <a:off x="61800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0" name="Google Shape;600;g2fa2707f2fe_2_66"/>
          <p:cNvSpPr txBox="1">
            <a:spLocks noGrp="1"/>
          </p:cNvSpPr>
          <p:nvPr>
            <p:ph type="body" idx="8"/>
          </p:nvPr>
        </p:nvSpPr>
        <p:spPr>
          <a:xfrm>
            <a:off x="61799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1" name="Google Shape;601;g2fa2707f2fe_2_66"/>
          <p:cNvSpPr txBox="1">
            <a:spLocks noGrp="1"/>
          </p:cNvSpPr>
          <p:nvPr>
            <p:ph type="body" idx="9"/>
          </p:nvPr>
        </p:nvSpPr>
        <p:spPr>
          <a:xfrm>
            <a:off x="8908051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2" name="Google Shape;602;g2fa2707f2fe_2_66"/>
          <p:cNvSpPr txBox="1">
            <a:spLocks noGrp="1"/>
          </p:cNvSpPr>
          <p:nvPr>
            <p:ph type="body" idx="13"/>
          </p:nvPr>
        </p:nvSpPr>
        <p:spPr>
          <a:xfrm>
            <a:off x="8908050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3" name="Google Shape;603;g2fa2707f2fe_2_66"/>
          <p:cNvSpPr/>
          <p:nvPr/>
        </p:nvSpPr>
        <p:spPr>
          <a:xfrm>
            <a:off x="723899" y="2093331"/>
            <a:ext cx="773597" cy="7735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g2fa2707f2fe_2_66"/>
          <p:cNvSpPr/>
          <p:nvPr/>
        </p:nvSpPr>
        <p:spPr>
          <a:xfrm>
            <a:off x="3453847" y="2093331"/>
            <a:ext cx="773597" cy="7735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g2fa2707f2fe_2_66"/>
          <p:cNvSpPr/>
          <p:nvPr/>
        </p:nvSpPr>
        <p:spPr>
          <a:xfrm>
            <a:off x="6157290" y="2093331"/>
            <a:ext cx="773597" cy="7735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g2fa2707f2fe_2_66"/>
          <p:cNvSpPr/>
          <p:nvPr/>
        </p:nvSpPr>
        <p:spPr>
          <a:xfrm>
            <a:off x="8887238" y="2093331"/>
            <a:ext cx="773597" cy="7735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g2fa2707f2fe_2_66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C">
  <p:cSld name="Divider C"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9" name="Google Shape;609;g2fa2707f2fe_2_83" descr="Background pattern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g2fa2707f2fe_2_83"/>
          <p:cNvSpPr txBox="1">
            <a:spLocks noGrp="1"/>
          </p:cNvSpPr>
          <p:nvPr>
            <p:ph type="title"/>
          </p:nvPr>
        </p:nvSpPr>
        <p:spPr>
          <a:xfrm>
            <a:off x="799620" y="2788138"/>
            <a:ext cx="774803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1" name="Google Shape;611;g2fa2707f2fe_2_83"/>
          <p:cNvSpPr txBox="1">
            <a:spLocks noGrp="1"/>
          </p:cNvSpPr>
          <p:nvPr>
            <p:ph type="body" idx="1"/>
          </p:nvPr>
        </p:nvSpPr>
        <p:spPr>
          <a:xfrm>
            <a:off x="799620" y="4457523"/>
            <a:ext cx="6535458" cy="1068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12" name="Google Shape;612;g2fa2707f2fe_2_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97288" y="355297"/>
            <a:ext cx="1112377" cy="291936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g2fa2707f2fe_2_83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4" name="Google Shape;614;g2fa2707f2fe_2_83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g2fa2707f2fe_2_83"/>
          <p:cNvSpPr txBox="1"/>
          <p:nvPr/>
        </p:nvSpPr>
        <p:spPr>
          <a:xfrm>
            <a:off x="5688281" y="6429088"/>
            <a:ext cx="5821384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Confidential Information – For intended recipients only. Apexon, Copyright © 2024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">
  <p:cSld name="Thank you">
    <p:bg>
      <p:bgPr>
        <a:solidFill>
          <a:srgbClr val="192240"/>
        </a:solidFill>
        <a:effectLst/>
      </p:bgPr>
    </p:bg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2fa2707f2fe_2_91"/>
          <p:cNvSpPr txBox="1">
            <a:spLocks noGrp="1"/>
          </p:cNvSpPr>
          <p:nvPr>
            <p:ph type="title"/>
          </p:nvPr>
        </p:nvSpPr>
        <p:spPr>
          <a:xfrm>
            <a:off x="723899" y="1695450"/>
            <a:ext cx="10515600" cy="165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8" name="Google Shape;618;g2fa2707f2fe_2_91"/>
          <p:cNvSpPr txBox="1">
            <a:spLocks noGrp="1"/>
          </p:cNvSpPr>
          <p:nvPr>
            <p:ph type="body" idx="1"/>
          </p:nvPr>
        </p:nvSpPr>
        <p:spPr>
          <a:xfrm>
            <a:off x="695325" y="4156583"/>
            <a:ext cx="3152775" cy="1497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rgbClr val="1D6EE4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9" name="Google Shape;619;g2fa2707f2fe_2_91"/>
          <p:cNvSpPr txBox="1">
            <a:spLocks noGrp="1"/>
          </p:cNvSpPr>
          <p:nvPr>
            <p:ph type="body" idx="2"/>
          </p:nvPr>
        </p:nvSpPr>
        <p:spPr>
          <a:xfrm>
            <a:off x="4086225" y="4156583"/>
            <a:ext cx="3152775" cy="1497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rgbClr val="1D6EE4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20" name="Google Shape;620;g2fa2707f2fe_2_9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4800" y="5759315"/>
            <a:ext cx="1503475" cy="394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D">
  <p:cSld name="Divider D"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g2fa2707f2fe_2_96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g2fa2707f2fe_2_96"/>
          <p:cNvSpPr txBox="1">
            <a:spLocks noGrp="1"/>
          </p:cNvSpPr>
          <p:nvPr>
            <p:ph type="title"/>
          </p:nvPr>
        </p:nvSpPr>
        <p:spPr>
          <a:xfrm>
            <a:off x="799620" y="2788138"/>
            <a:ext cx="774803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4" name="Google Shape;624;g2fa2707f2fe_2_96"/>
          <p:cNvSpPr txBox="1">
            <a:spLocks noGrp="1"/>
          </p:cNvSpPr>
          <p:nvPr>
            <p:ph type="body" idx="1"/>
          </p:nvPr>
        </p:nvSpPr>
        <p:spPr>
          <a:xfrm>
            <a:off x="799620" y="4457523"/>
            <a:ext cx="6535458" cy="1068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25" name="Google Shape;625;g2fa2707f2fe_2_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97288" y="355297"/>
            <a:ext cx="1112377" cy="291936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g2fa2707f2fe_2_96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7" name="Google Shape;627;g2fa2707f2fe_2_96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g2fa2707f2fe_2_96"/>
          <p:cNvSpPr txBox="1"/>
          <p:nvPr/>
        </p:nvSpPr>
        <p:spPr>
          <a:xfrm>
            <a:off x="3467099" y="6429088"/>
            <a:ext cx="8042566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Confidential Information – For intended recipients only. Apexon, Copyright © 2024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ulleted Content">
  <p:cSld name="Title and Bulleted Content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2fa2707f2fe_2_104"/>
          <p:cNvSpPr txBox="1">
            <a:spLocks noGrp="1"/>
          </p:cNvSpPr>
          <p:nvPr>
            <p:ph type="body" idx="1"/>
          </p:nvPr>
        </p:nvSpPr>
        <p:spPr>
          <a:xfrm>
            <a:off x="723899" y="2620800"/>
            <a:ext cx="9292935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Font typeface="Arial"/>
              <a:buChar char="•"/>
              <a:defRPr sz="2800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/>
              <a:buChar char="•"/>
              <a:defRPr sz="2400">
                <a:solidFill>
                  <a:schemeClr val="dk2"/>
                </a:solidFill>
              </a:defRPr>
            </a:lvl2pPr>
            <a:lvl3pPr marL="1371600" lvl="2" indent="-355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Char char="•"/>
              <a:defRPr sz="2000">
                <a:solidFill>
                  <a:schemeClr val="dk2"/>
                </a:solidFill>
              </a:defRPr>
            </a:lvl3pPr>
            <a:lvl4pPr marL="1828800" lvl="3" indent="-355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Char char="•"/>
              <a:defRPr sz="2000">
                <a:solidFill>
                  <a:schemeClr val="dk2"/>
                </a:solidFill>
              </a:defRPr>
            </a:lvl4pPr>
            <a:lvl5pPr marL="2286000" lvl="4" indent="-355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Char char="•"/>
              <a:defRPr sz="2000">
                <a:solidFill>
                  <a:schemeClr val="dk2"/>
                </a:solidFill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2000">
                <a:solidFill>
                  <a:schemeClr val="dk2"/>
                </a:solidFill>
              </a:defRPr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2000">
                <a:solidFill>
                  <a:schemeClr val="dk2"/>
                </a:solidFill>
              </a:defRPr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2000">
                <a:solidFill>
                  <a:schemeClr val="dk2"/>
                </a:solidFill>
              </a:defRPr>
            </a:lvl8pPr>
            <a:lvl9pPr marL="4114800" lvl="8" indent="-2349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"/>
              <a:buChar char="•"/>
              <a:defRPr sz="1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31" name="Google Shape;631;g2fa2707f2fe_2_104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648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2" name="Google Shape;632;g2fa2707f2fe_2_104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g2fa2707f2fe_2_104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4" name="Google Shape;634;g2fa2707f2fe_2_104"/>
          <p:cNvSpPr txBox="1">
            <a:spLocks noGrp="1"/>
          </p:cNvSpPr>
          <p:nvPr>
            <p:ph type="title"/>
          </p:nvPr>
        </p:nvSpPr>
        <p:spPr>
          <a:xfrm>
            <a:off x="723899" y="577127"/>
            <a:ext cx="8830648" cy="2043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(Blue Background)">
  <p:cSld name="Title and Content (Blue Background)">
    <p:bg>
      <p:bgPr>
        <a:solidFill>
          <a:srgbClr val="1D6EE4"/>
        </a:solidFill>
        <a:effectLst/>
      </p:bgPr>
    </p:bg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2fa2707f2fe_2_110"/>
          <p:cNvSpPr txBox="1">
            <a:spLocks noGrp="1"/>
          </p:cNvSpPr>
          <p:nvPr>
            <p:ph type="title"/>
          </p:nvPr>
        </p:nvSpPr>
        <p:spPr>
          <a:xfrm>
            <a:off x="723899" y="577127"/>
            <a:ext cx="8830648" cy="1035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7" name="Google Shape;637;g2fa2707f2fe_2_110"/>
          <p:cNvSpPr txBox="1">
            <a:spLocks noGrp="1"/>
          </p:cNvSpPr>
          <p:nvPr>
            <p:ph type="body" idx="1"/>
          </p:nvPr>
        </p:nvSpPr>
        <p:spPr>
          <a:xfrm>
            <a:off x="723899" y="1913502"/>
            <a:ext cx="10785766" cy="4077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8" name="Google Shape;638;g2fa2707f2fe_2_110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648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9" name="Google Shape;639;g2fa2707f2fe_2_110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Title Slide">
  <p:cSld name="2_Title Slide"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1" name="Google Shape;641;g2fa2707f2fe_2_115" descr="Matterhorn with snow on top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g2fa2707f2fe_2_115"/>
          <p:cNvSpPr/>
          <p:nvPr/>
        </p:nvSpPr>
        <p:spPr>
          <a:xfrm>
            <a:off x="-23582" y="-11671"/>
            <a:ext cx="12215582" cy="6903304"/>
          </a:xfrm>
          <a:prstGeom prst="rect">
            <a:avLst/>
          </a:prstGeom>
          <a:solidFill>
            <a:srgbClr val="95F7F9">
              <a:alpha val="8509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3" name="Google Shape;643;g2fa2707f2fe_2_115"/>
          <p:cNvPicPr preferRelativeResize="0"/>
          <p:nvPr/>
        </p:nvPicPr>
        <p:blipFill rotWithShape="1">
          <a:blip r:embed="rId3">
            <a:alphaModFix/>
          </a:blip>
          <a:srcRect r="28026" b="71919"/>
          <a:stretch/>
        </p:blipFill>
        <p:spPr>
          <a:xfrm>
            <a:off x="3921294" y="3610109"/>
            <a:ext cx="8270706" cy="3247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g2fa2707f2fe_2_115"/>
          <p:cNvPicPr preferRelativeResize="0"/>
          <p:nvPr/>
        </p:nvPicPr>
        <p:blipFill rotWithShape="1">
          <a:blip r:embed="rId4">
            <a:alphaModFix/>
          </a:blip>
          <a:srcRect t="42958" r="27145"/>
          <a:stretch/>
        </p:blipFill>
        <p:spPr>
          <a:xfrm>
            <a:off x="8182307" y="-15509"/>
            <a:ext cx="4009693" cy="5437442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g2fa2707f2fe_2_115"/>
          <p:cNvSpPr txBox="1">
            <a:spLocks noGrp="1"/>
          </p:cNvSpPr>
          <p:nvPr>
            <p:ph type="ctrTitle"/>
          </p:nvPr>
        </p:nvSpPr>
        <p:spPr>
          <a:xfrm>
            <a:off x="694800" y="1122362"/>
            <a:ext cx="9144000" cy="2649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  <a:defRPr sz="6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6" name="Google Shape;646;g2fa2707f2fe_2_115"/>
          <p:cNvSpPr txBox="1">
            <a:spLocks noGrp="1"/>
          </p:cNvSpPr>
          <p:nvPr>
            <p:ph type="subTitle" idx="1"/>
          </p:nvPr>
        </p:nvSpPr>
        <p:spPr>
          <a:xfrm>
            <a:off x="699036" y="3969052"/>
            <a:ext cx="91440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47" name="Google Shape;647;g2fa2707f2fe_2_115"/>
          <p:cNvSpPr txBox="1">
            <a:spLocks noGrp="1"/>
          </p:cNvSpPr>
          <p:nvPr>
            <p:ph type="body" idx="2"/>
          </p:nvPr>
        </p:nvSpPr>
        <p:spPr>
          <a:xfrm>
            <a:off x="694800" y="4727753"/>
            <a:ext cx="6535458" cy="526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48" name="Google Shape;648;g2fa2707f2fe_2_115"/>
          <p:cNvSpPr txBox="1"/>
          <p:nvPr/>
        </p:nvSpPr>
        <p:spPr>
          <a:xfrm>
            <a:off x="3467099" y="6429088"/>
            <a:ext cx="8042566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Confidential Information – For intended recipients only. Apexon, Copyright © 2024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9" name="Google Shape;649;g2fa2707f2fe_2_1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4801" y="5755057"/>
            <a:ext cx="1503932" cy="395436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g2fa2707f2fe_2_115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1" name="Google Shape;651;g2fa2707f2fe_2_115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_Title Slide">
  <p:cSld name="4_Title Slide"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g2fa2707f2fe_2_127" descr="A person standing in front of a group of peop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353365" cy="6948768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g2fa2707f2fe_2_127"/>
          <p:cNvSpPr/>
          <p:nvPr/>
        </p:nvSpPr>
        <p:spPr>
          <a:xfrm>
            <a:off x="-1" y="-22652"/>
            <a:ext cx="12353364" cy="6971420"/>
          </a:xfrm>
          <a:prstGeom prst="rect">
            <a:avLst/>
          </a:prstGeom>
          <a:solidFill>
            <a:srgbClr val="95F7F9">
              <a:alpha val="8509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5" name="Google Shape;655;g2fa2707f2fe_2_127"/>
          <p:cNvPicPr preferRelativeResize="0"/>
          <p:nvPr/>
        </p:nvPicPr>
        <p:blipFill rotWithShape="1">
          <a:blip r:embed="rId3">
            <a:alphaModFix/>
          </a:blip>
          <a:srcRect r="28026" b="71919"/>
          <a:stretch/>
        </p:blipFill>
        <p:spPr>
          <a:xfrm>
            <a:off x="329167" y="1092200"/>
            <a:ext cx="14682523" cy="576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g2fa2707f2fe_2_127"/>
          <p:cNvSpPr txBox="1">
            <a:spLocks noGrp="1"/>
          </p:cNvSpPr>
          <p:nvPr>
            <p:ph type="title"/>
          </p:nvPr>
        </p:nvSpPr>
        <p:spPr>
          <a:xfrm>
            <a:off x="799620" y="2788138"/>
            <a:ext cx="774803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7" name="Google Shape;657;g2fa2707f2fe_2_127"/>
          <p:cNvSpPr txBox="1">
            <a:spLocks noGrp="1"/>
          </p:cNvSpPr>
          <p:nvPr>
            <p:ph type="body" idx="1"/>
          </p:nvPr>
        </p:nvSpPr>
        <p:spPr>
          <a:xfrm>
            <a:off x="799620" y="4457523"/>
            <a:ext cx="6535458" cy="1068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58" name="Google Shape;658;g2fa2707f2fe_2_127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9" name="Google Shape;659;g2fa2707f2fe_2_127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g2fa2707f2fe_2_127"/>
          <p:cNvSpPr txBox="1"/>
          <p:nvPr/>
        </p:nvSpPr>
        <p:spPr>
          <a:xfrm>
            <a:off x="3467099" y="6429088"/>
            <a:ext cx="8042566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Confidential Information – For intended recipients only. Apexon, Copyright © 2024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1" name="Google Shape;661;g2fa2707f2fe_2_1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97287" y="354749"/>
            <a:ext cx="1112377" cy="292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2fa2707f2fe_2_137"/>
          <p:cNvSpPr txBox="1">
            <a:spLocks noGrp="1"/>
          </p:cNvSpPr>
          <p:nvPr>
            <p:ph type="ctrTitle"/>
          </p:nvPr>
        </p:nvSpPr>
        <p:spPr>
          <a:xfrm>
            <a:off x="694800" y="1122362"/>
            <a:ext cx="9144000" cy="2649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4" name="Google Shape;664;g2fa2707f2fe_2_137"/>
          <p:cNvSpPr txBox="1">
            <a:spLocks noGrp="1"/>
          </p:cNvSpPr>
          <p:nvPr>
            <p:ph type="subTitle" idx="1"/>
          </p:nvPr>
        </p:nvSpPr>
        <p:spPr>
          <a:xfrm>
            <a:off x="699036" y="3969052"/>
            <a:ext cx="91440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65" name="Google Shape;665;g2fa2707f2fe_2_137"/>
          <p:cNvSpPr txBox="1">
            <a:spLocks noGrp="1"/>
          </p:cNvSpPr>
          <p:nvPr>
            <p:ph type="body" idx="2"/>
          </p:nvPr>
        </p:nvSpPr>
        <p:spPr>
          <a:xfrm>
            <a:off x="694800" y="4727753"/>
            <a:ext cx="6535458" cy="542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66" name="Google Shape;666;g2fa2707f2fe_2_1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4800" y="5759315"/>
            <a:ext cx="1503475" cy="394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Title Slide">
  <p:cSld name="3_Title Slide"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Google Shape;668;g2fa2707f2fe_2_1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g2fa2707f2fe_2_142"/>
          <p:cNvSpPr/>
          <p:nvPr/>
        </p:nvSpPr>
        <p:spPr>
          <a:xfrm>
            <a:off x="-23582" y="-15509"/>
            <a:ext cx="12215582" cy="6903304"/>
          </a:xfrm>
          <a:prstGeom prst="rect">
            <a:avLst/>
          </a:prstGeom>
          <a:gradFill>
            <a:gsLst>
              <a:gs pos="0">
                <a:srgbClr val="1D6EE4">
                  <a:alpha val="67058"/>
                </a:srgbClr>
              </a:gs>
              <a:gs pos="11000">
                <a:srgbClr val="1D6EE4">
                  <a:alpha val="67058"/>
                </a:srgbClr>
              </a:gs>
              <a:gs pos="89000">
                <a:srgbClr val="10D1EF">
                  <a:alpha val="71372"/>
                </a:srgbClr>
              </a:gs>
              <a:gs pos="100000">
                <a:srgbClr val="10D1EF">
                  <a:alpha val="71372"/>
                </a:srgbClr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g2fa2707f2fe_2_142"/>
          <p:cNvSpPr txBox="1">
            <a:spLocks noGrp="1"/>
          </p:cNvSpPr>
          <p:nvPr>
            <p:ph type="ctrTitle"/>
          </p:nvPr>
        </p:nvSpPr>
        <p:spPr>
          <a:xfrm>
            <a:off x="694800" y="1122362"/>
            <a:ext cx="9144000" cy="2649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1" name="Google Shape;671;g2fa2707f2fe_2_142"/>
          <p:cNvSpPr txBox="1">
            <a:spLocks noGrp="1"/>
          </p:cNvSpPr>
          <p:nvPr>
            <p:ph type="subTitle" idx="1"/>
          </p:nvPr>
        </p:nvSpPr>
        <p:spPr>
          <a:xfrm>
            <a:off x="699036" y="3969052"/>
            <a:ext cx="91440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72" name="Google Shape;672;g2fa2707f2fe_2_142"/>
          <p:cNvSpPr txBox="1">
            <a:spLocks noGrp="1"/>
          </p:cNvSpPr>
          <p:nvPr>
            <p:ph type="body" idx="2"/>
          </p:nvPr>
        </p:nvSpPr>
        <p:spPr>
          <a:xfrm>
            <a:off x="694800" y="4727753"/>
            <a:ext cx="6535458" cy="526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73" name="Google Shape;673;g2fa2707f2fe_2_1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4800" y="5759315"/>
            <a:ext cx="1503475" cy="394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g2fa2707f2fe_2_142"/>
          <p:cNvPicPr preferRelativeResize="0"/>
          <p:nvPr/>
        </p:nvPicPr>
        <p:blipFill rotWithShape="1">
          <a:blip r:embed="rId4">
            <a:alphaModFix/>
          </a:blip>
          <a:srcRect r="28026" b="71919"/>
          <a:stretch/>
        </p:blipFill>
        <p:spPr>
          <a:xfrm>
            <a:off x="3921294" y="3610109"/>
            <a:ext cx="8270706" cy="3247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g2fa2707f2fe_2_142"/>
          <p:cNvPicPr preferRelativeResize="0"/>
          <p:nvPr/>
        </p:nvPicPr>
        <p:blipFill rotWithShape="1">
          <a:blip r:embed="rId5">
            <a:alphaModFix/>
          </a:blip>
          <a:srcRect t="42958" r="27145"/>
          <a:stretch/>
        </p:blipFill>
        <p:spPr>
          <a:xfrm>
            <a:off x="8182307" y="-15509"/>
            <a:ext cx="4009693" cy="5437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2 x Content">
  <p:cSld name="Title and 2 x Content"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2fa2707f2fe_2_151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194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8" name="Google Shape;678;g2fa2707f2fe_2_151"/>
          <p:cNvSpPr txBox="1">
            <a:spLocks noGrp="1"/>
          </p:cNvSpPr>
          <p:nvPr>
            <p:ph type="body" idx="1"/>
          </p:nvPr>
        </p:nvSpPr>
        <p:spPr>
          <a:xfrm>
            <a:off x="723899" y="2620800"/>
            <a:ext cx="5105401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9" name="Google Shape;679;g2fa2707f2fe_2_151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0" name="Google Shape;680;g2fa2707f2fe_2_151"/>
          <p:cNvSpPr txBox="1">
            <a:spLocks noGrp="1"/>
          </p:cNvSpPr>
          <p:nvPr>
            <p:ph type="body" idx="3"/>
          </p:nvPr>
        </p:nvSpPr>
        <p:spPr>
          <a:xfrm>
            <a:off x="6362700" y="2620800"/>
            <a:ext cx="5105401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1" name="Google Shape;681;g2fa2707f2fe_2_151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2" name="Google Shape;682;g2fa2707f2fe_2_151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2fa2707f2fe_2_158"/>
          <p:cNvSpPr txBox="1">
            <a:spLocks noGrp="1"/>
          </p:cNvSpPr>
          <p:nvPr>
            <p:ph type="title"/>
          </p:nvPr>
        </p:nvSpPr>
        <p:spPr>
          <a:xfrm>
            <a:off x="723899" y="577127"/>
            <a:ext cx="8830648" cy="1035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5" name="Google Shape;685;g2fa2707f2fe_2_158"/>
          <p:cNvSpPr txBox="1">
            <a:spLocks noGrp="1"/>
          </p:cNvSpPr>
          <p:nvPr>
            <p:ph type="body" idx="1"/>
          </p:nvPr>
        </p:nvSpPr>
        <p:spPr>
          <a:xfrm>
            <a:off x="723899" y="1914524"/>
            <a:ext cx="10785766" cy="441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6" name="Google Shape;686;g2fa2707f2fe_2_158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648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7" name="Google Shape;687;g2fa2707f2fe_2_158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8" name="Google Shape;688;g2fa2707f2fe_2_158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, Subs, Content &amp; Diagram">
  <p:cSld name="1_Title, Subs, Content &amp; Diagram"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2fa2707f2fe_2_164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7251701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1" name="Google Shape;691;g2fa2707f2fe_2_164"/>
          <p:cNvSpPr txBox="1">
            <a:spLocks noGrp="1"/>
          </p:cNvSpPr>
          <p:nvPr>
            <p:ph type="body" idx="1"/>
          </p:nvPr>
        </p:nvSpPr>
        <p:spPr>
          <a:xfrm>
            <a:off x="723899" y="2619374"/>
            <a:ext cx="5105401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2" name="Google Shape;692;g2fa2707f2fe_2_164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3" name="Google Shape;693;g2fa2707f2fe_2_164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72517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4" name="Google Shape;694;g2fa2707f2fe_2_164"/>
          <p:cNvSpPr txBox="1">
            <a:spLocks noGrp="1"/>
          </p:cNvSpPr>
          <p:nvPr>
            <p:ph type="body" idx="4"/>
          </p:nvPr>
        </p:nvSpPr>
        <p:spPr>
          <a:xfrm>
            <a:off x="723898" y="2060573"/>
            <a:ext cx="5105401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5" name="Google Shape;695;g2fa2707f2fe_2_164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s, Content &amp; Tick">
  <p:cSld name="Title, Subs, Content &amp; Tick"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2fa2707f2fe_2_171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7251701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8" name="Google Shape;698;g2fa2707f2fe_2_171"/>
          <p:cNvSpPr txBox="1">
            <a:spLocks noGrp="1"/>
          </p:cNvSpPr>
          <p:nvPr>
            <p:ph type="body" idx="1"/>
          </p:nvPr>
        </p:nvSpPr>
        <p:spPr>
          <a:xfrm>
            <a:off x="723899" y="2619374"/>
            <a:ext cx="5105401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9" name="Google Shape;699;g2fa2707f2fe_2_171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0" name="Google Shape;700;g2fa2707f2fe_2_171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72517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1" name="Google Shape;701;g2fa2707f2fe_2_171"/>
          <p:cNvSpPr txBox="1">
            <a:spLocks noGrp="1"/>
          </p:cNvSpPr>
          <p:nvPr>
            <p:ph type="body" idx="4"/>
          </p:nvPr>
        </p:nvSpPr>
        <p:spPr>
          <a:xfrm>
            <a:off x="723898" y="2060573"/>
            <a:ext cx="5105401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2" name="Google Shape;702;g2fa2707f2fe_2_171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3" name="Google Shape;703;g2fa2707f2fe_2_171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s &amp; 4 x Blocks ">
  <p:cSld name="Title, Subs &amp; 4 x Blocks "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2fa2707f2fe_2_179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6" name="Google Shape;706;g2fa2707f2fe_2_179"/>
          <p:cNvSpPr txBox="1">
            <a:spLocks noGrp="1"/>
          </p:cNvSpPr>
          <p:nvPr>
            <p:ph type="body" idx="1"/>
          </p:nvPr>
        </p:nvSpPr>
        <p:spPr>
          <a:xfrm>
            <a:off x="723900" y="2619374"/>
            <a:ext cx="5288100" cy="37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7" name="Google Shape;707;g2fa2707f2fe_2_179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8" name="Google Shape;708;g2fa2707f2fe_2_179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9" name="Google Shape;709;g2fa2707f2fe_2_179"/>
          <p:cNvSpPr txBox="1">
            <a:spLocks noGrp="1"/>
          </p:cNvSpPr>
          <p:nvPr>
            <p:ph type="body" idx="4"/>
          </p:nvPr>
        </p:nvSpPr>
        <p:spPr>
          <a:xfrm>
            <a:off x="723899" y="2060573"/>
            <a:ext cx="52881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0" name="Google Shape;710;g2fa2707f2fe_2_179"/>
          <p:cNvSpPr txBox="1">
            <a:spLocks noGrp="1"/>
          </p:cNvSpPr>
          <p:nvPr>
            <p:ph type="body" idx="5"/>
          </p:nvPr>
        </p:nvSpPr>
        <p:spPr>
          <a:xfrm>
            <a:off x="6180000" y="2619374"/>
            <a:ext cx="5288100" cy="37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1" name="Google Shape;711;g2fa2707f2fe_2_179"/>
          <p:cNvSpPr txBox="1">
            <a:spLocks noGrp="1"/>
          </p:cNvSpPr>
          <p:nvPr>
            <p:ph type="body" idx="6"/>
          </p:nvPr>
        </p:nvSpPr>
        <p:spPr>
          <a:xfrm>
            <a:off x="6179999" y="2060573"/>
            <a:ext cx="52881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2" name="Google Shape;712;g2fa2707f2fe_2_179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, Subs &amp; 4 x Blocks ">
  <p:cSld name="1_Title, Subs &amp; 4 x Blocks "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2fa2707f2fe_2_188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5" name="Google Shape;715;g2fa2707f2fe_2_188"/>
          <p:cNvSpPr txBox="1">
            <a:spLocks noGrp="1"/>
          </p:cNvSpPr>
          <p:nvPr>
            <p:ph type="body" idx="1"/>
          </p:nvPr>
        </p:nvSpPr>
        <p:spPr>
          <a:xfrm>
            <a:off x="723900" y="2619374"/>
            <a:ext cx="5288100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6" name="Google Shape;716;g2fa2707f2fe_2_188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7" name="Google Shape;717;g2fa2707f2fe_2_188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8" name="Google Shape;718;g2fa2707f2fe_2_188"/>
          <p:cNvSpPr txBox="1">
            <a:spLocks noGrp="1"/>
          </p:cNvSpPr>
          <p:nvPr>
            <p:ph type="body" idx="4"/>
          </p:nvPr>
        </p:nvSpPr>
        <p:spPr>
          <a:xfrm>
            <a:off x="723899" y="2060573"/>
            <a:ext cx="52881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9" name="Google Shape;719;g2fa2707f2fe_2_188"/>
          <p:cNvSpPr txBox="1">
            <a:spLocks noGrp="1"/>
          </p:cNvSpPr>
          <p:nvPr>
            <p:ph type="body" idx="5"/>
          </p:nvPr>
        </p:nvSpPr>
        <p:spPr>
          <a:xfrm>
            <a:off x="6180000" y="2619374"/>
            <a:ext cx="5288100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0" name="Google Shape;720;g2fa2707f2fe_2_188"/>
          <p:cNvSpPr txBox="1">
            <a:spLocks noGrp="1"/>
          </p:cNvSpPr>
          <p:nvPr>
            <p:ph type="body" idx="6"/>
          </p:nvPr>
        </p:nvSpPr>
        <p:spPr>
          <a:xfrm>
            <a:off x="6179999" y="2060573"/>
            <a:ext cx="52881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21" name="Google Shape;721;g2fa2707f2fe_2_188"/>
          <p:cNvCxnSpPr/>
          <p:nvPr/>
        </p:nvCxnSpPr>
        <p:spPr>
          <a:xfrm>
            <a:off x="6096000" y="2619374"/>
            <a:ext cx="0" cy="370800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22" name="Google Shape;722;g2fa2707f2fe_2_188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s &amp; 3 x Blocks ">
  <p:cSld name="Title, Subs &amp; 3 x Blocks "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2fa2707f2fe_2_198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5" name="Google Shape;725;g2fa2707f2fe_2_198"/>
          <p:cNvSpPr txBox="1">
            <a:spLocks noGrp="1"/>
          </p:cNvSpPr>
          <p:nvPr>
            <p:ph type="body" idx="1"/>
          </p:nvPr>
        </p:nvSpPr>
        <p:spPr>
          <a:xfrm>
            <a:off x="723900" y="2619374"/>
            <a:ext cx="3456000" cy="37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6" name="Google Shape;726;g2fa2707f2fe_2_198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7" name="Google Shape;727;g2fa2707f2fe_2_198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8" name="Google Shape;728;g2fa2707f2fe_2_198"/>
          <p:cNvSpPr txBox="1">
            <a:spLocks noGrp="1"/>
          </p:cNvSpPr>
          <p:nvPr>
            <p:ph type="body" idx="4"/>
          </p:nvPr>
        </p:nvSpPr>
        <p:spPr>
          <a:xfrm>
            <a:off x="723899" y="2060573"/>
            <a:ext cx="34740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9" name="Google Shape;729;g2fa2707f2fe_2_198"/>
          <p:cNvSpPr txBox="1">
            <a:spLocks noGrp="1"/>
          </p:cNvSpPr>
          <p:nvPr>
            <p:ph type="body" idx="5"/>
          </p:nvPr>
        </p:nvSpPr>
        <p:spPr>
          <a:xfrm>
            <a:off x="4352932" y="2619374"/>
            <a:ext cx="3456000" cy="37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0" name="Google Shape;730;g2fa2707f2fe_2_198"/>
          <p:cNvSpPr txBox="1">
            <a:spLocks noGrp="1"/>
          </p:cNvSpPr>
          <p:nvPr>
            <p:ph type="body" idx="6"/>
          </p:nvPr>
        </p:nvSpPr>
        <p:spPr>
          <a:xfrm>
            <a:off x="4352931" y="2060573"/>
            <a:ext cx="34740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1" name="Google Shape;731;g2fa2707f2fe_2_198"/>
          <p:cNvSpPr txBox="1">
            <a:spLocks noGrp="1"/>
          </p:cNvSpPr>
          <p:nvPr>
            <p:ph type="body" idx="7"/>
          </p:nvPr>
        </p:nvSpPr>
        <p:spPr>
          <a:xfrm>
            <a:off x="7981964" y="2619374"/>
            <a:ext cx="3456000" cy="37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2" name="Google Shape;732;g2fa2707f2fe_2_198"/>
          <p:cNvSpPr txBox="1">
            <a:spLocks noGrp="1"/>
          </p:cNvSpPr>
          <p:nvPr>
            <p:ph type="body" idx="8"/>
          </p:nvPr>
        </p:nvSpPr>
        <p:spPr>
          <a:xfrm>
            <a:off x="7981963" y="2060573"/>
            <a:ext cx="34740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3" name="Google Shape;733;g2fa2707f2fe_2_198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, Subs &amp; 3 x Blocks ">
  <p:cSld name="1_Title, Subs &amp; 3 x Blocks "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2fa2707f2fe_2_209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6" name="Google Shape;736;g2fa2707f2fe_2_209"/>
          <p:cNvSpPr txBox="1">
            <a:spLocks noGrp="1"/>
          </p:cNvSpPr>
          <p:nvPr>
            <p:ph type="body" idx="1"/>
          </p:nvPr>
        </p:nvSpPr>
        <p:spPr>
          <a:xfrm>
            <a:off x="723900" y="2619374"/>
            <a:ext cx="3456000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7" name="Google Shape;737;g2fa2707f2fe_2_209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8" name="Google Shape;738;g2fa2707f2fe_2_209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9" name="Google Shape;739;g2fa2707f2fe_2_209"/>
          <p:cNvSpPr txBox="1">
            <a:spLocks noGrp="1"/>
          </p:cNvSpPr>
          <p:nvPr>
            <p:ph type="body" idx="4"/>
          </p:nvPr>
        </p:nvSpPr>
        <p:spPr>
          <a:xfrm>
            <a:off x="723899" y="2060573"/>
            <a:ext cx="34740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0" name="Google Shape;740;g2fa2707f2fe_2_209"/>
          <p:cNvSpPr txBox="1">
            <a:spLocks noGrp="1"/>
          </p:cNvSpPr>
          <p:nvPr>
            <p:ph type="body" idx="5"/>
          </p:nvPr>
        </p:nvSpPr>
        <p:spPr>
          <a:xfrm>
            <a:off x="4352932" y="2619374"/>
            <a:ext cx="3456000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1" name="Google Shape;741;g2fa2707f2fe_2_209"/>
          <p:cNvSpPr txBox="1">
            <a:spLocks noGrp="1"/>
          </p:cNvSpPr>
          <p:nvPr>
            <p:ph type="body" idx="6"/>
          </p:nvPr>
        </p:nvSpPr>
        <p:spPr>
          <a:xfrm>
            <a:off x="4352931" y="2060573"/>
            <a:ext cx="34740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2" name="Google Shape;742;g2fa2707f2fe_2_209"/>
          <p:cNvSpPr txBox="1">
            <a:spLocks noGrp="1"/>
          </p:cNvSpPr>
          <p:nvPr>
            <p:ph type="body" idx="7"/>
          </p:nvPr>
        </p:nvSpPr>
        <p:spPr>
          <a:xfrm>
            <a:off x="7981964" y="2619374"/>
            <a:ext cx="3456000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3" name="Google Shape;743;g2fa2707f2fe_2_209"/>
          <p:cNvSpPr txBox="1">
            <a:spLocks noGrp="1"/>
          </p:cNvSpPr>
          <p:nvPr>
            <p:ph type="body" idx="8"/>
          </p:nvPr>
        </p:nvSpPr>
        <p:spPr>
          <a:xfrm>
            <a:off x="7981963" y="2060573"/>
            <a:ext cx="34740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44" name="Google Shape;744;g2fa2707f2fe_2_209"/>
          <p:cNvCxnSpPr/>
          <p:nvPr/>
        </p:nvCxnSpPr>
        <p:spPr>
          <a:xfrm>
            <a:off x="4264159" y="2619374"/>
            <a:ext cx="0" cy="370800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45" name="Google Shape;745;g2fa2707f2fe_2_209"/>
          <p:cNvCxnSpPr/>
          <p:nvPr/>
        </p:nvCxnSpPr>
        <p:spPr>
          <a:xfrm>
            <a:off x="7895254" y="2619374"/>
            <a:ext cx="0" cy="370800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46" name="Google Shape;746;g2fa2707f2fe_2_209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s &amp; 4 x Blocks">
  <p:cSld name="Title, Subs &amp; 4 x Blocks"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2fa2707f2fe_2_222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9" name="Google Shape;749;g2fa2707f2fe_2_222"/>
          <p:cNvSpPr txBox="1">
            <a:spLocks noGrp="1"/>
          </p:cNvSpPr>
          <p:nvPr>
            <p:ph type="body" idx="1"/>
          </p:nvPr>
        </p:nvSpPr>
        <p:spPr>
          <a:xfrm>
            <a:off x="723900" y="2619374"/>
            <a:ext cx="2572749" cy="37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0" name="Google Shape;750;g2fa2707f2fe_2_222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1" name="Google Shape;751;g2fa2707f2fe_2_222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2" name="Google Shape;752;g2fa2707f2fe_2_222"/>
          <p:cNvSpPr txBox="1">
            <a:spLocks noGrp="1"/>
          </p:cNvSpPr>
          <p:nvPr>
            <p:ph type="body" idx="4"/>
          </p:nvPr>
        </p:nvSpPr>
        <p:spPr>
          <a:xfrm>
            <a:off x="723899" y="2060573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3" name="Google Shape;753;g2fa2707f2fe_2_222"/>
          <p:cNvSpPr txBox="1">
            <a:spLocks noGrp="1"/>
          </p:cNvSpPr>
          <p:nvPr>
            <p:ph type="body" idx="5"/>
          </p:nvPr>
        </p:nvSpPr>
        <p:spPr>
          <a:xfrm>
            <a:off x="3451950" y="2619374"/>
            <a:ext cx="2572749" cy="37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4" name="Google Shape;754;g2fa2707f2fe_2_222"/>
          <p:cNvSpPr txBox="1">
            <a:spLocks noGrp="1"/>
          </p:cNvSpPr>
          <p:nvPr>
            <p:ph type="body" idx="6"/>
          </p:nvPr>
        </p:nvSpPr>
        <p:spPr>
          <a:xfrm>
            <a:off x="3451949" y="2060573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5" name="Google Shape;755;g2fa2707f2fe_2_222"/>
          <p:cNvSpPr txBox="1">
            <a:spLocks noGrp="1"/>
          </p:cNvSpPr>
          <p:nvPr>
            <p:ph type="body" idx="7"/>
          </p:nvPr>
        </p:nvSpPr>
        <p:spPr>
          <a:xfrm>
            <a:off x="6180000" y="2619374"/>
            <a:ext cx="2572749" cy="37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6" name="Google Shape;756;g2fa2707f2fe_2_222"/>
          <p:cNvSpPr txBox="1">
            <a:spLocks noGrp="1"/>
          </p:cNvSpPr>
          <p:nvPr>
            <p:ph type="body" idx="8"/>
          </p:nvPr>
        </p:nvSpPr>
        <p:spPr>
          <a:xfrm>
            <a:off x="6179999" y="2060573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7" name="Google Shape;757;g2fa2707f2fe_2_222"/>
          <p:cNvSpPr txBox="1">
            <a:spLocks noGrp="1"/>
          </p:cNvSpPr>
          <p:nvPr>
            <p:ph type="body" idx="9"/>
          </p:nvPr>
        </p:nvSpPr>
        <p:spPr>
          <a:xfrm>
            <a:off x="8908051" y="2619374"/>
            <a:ext cx="2572749" cy="37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8" name="Google Shape;758;g2fa2707f2fe_2_222"/>
          <p:cNvSpPr txBox="1">
            <a:spLocks noGrp="1"/>
          </p:cNvSpPr>
          <p:nvPr>
            <p:ph type="body" idx="13"/>
          </p:nvPr>
        </p:nvSpPr>
        <p:spPr>
          <a:xfrm>
            <a:off x="8908050" y="2060573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9" name="Google Shape;759;g2fa2707f2fe_2_222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, Subs &amp; 4 x Blocks">
  <p:cSld name="2_Title, Subs &amp; 4 x Blocks"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2fa2707f2fe_2_235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g2fa2707f2fe_2_235"/>
          <p:cNvSpPr txBox="1">
            <a:spLocks noGrp="1"/>
          </p:cNvSpPr>
          <p:nvPr>
            <p:ph type="body" idx="1"/>
          </p:nvPr>
        </p:nvSpPr>
        <p:spPr>
          <a:xfrm>
            <a:off x="723900" y="2619374"/>
            <a:ext cx="2572749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3" name="Google Shape;763;g2fa2707f2fe_2_235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4" name="Google Shape;764;g2fa2707f2fe_2_235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5" name="Google Shape;765;g2fa2707f2fe_2_235"/>
          <p:cNvSpPr txBox="1">
            <a:spLocks noGrp="1"/>
          </p:cNvSpPr>
          <p:nvPr>
            <p:ph type="body" idx="4"/>
          </p:nvPr>
        </p:nvSpPr>
        <p:spPr>
          <a:xfrm>
            <a:off x="723899" y="2060573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6" name="Google Shape;766;g2fa2707f2fe_2_235"/>
          <p:cNvSpPr txBox="1">
            <a:spLocks noGrp="1"/>
          </p:cNvSpPr>
          <p:nvPr>
            <p:ph type="body" idx="5"/>
          </p:nvPr>
        </p:nvSpPr>
        <p:spPr>
          <a:xfrm>
            <a:off x="3451950" y="2619374"/>
            <a:ext cx="2572749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7" name="Google Shape;767;g2fa2707f2fe_2_235"/>
          <p:cNvSpPr txBox="1">
            <a:spLocks noGrp="1"/>
          </p:cNvSpPr>
          <p:nvPr>
            <p:ph type="body" idx="6"/>
          </p:nvPr>
        </p:nvSpPr>
        <p:spPr>
          <a:xfrm>
            <a:off x="3451949" y="2060573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8" name="Google Shape;768;g2fa2707f2fe_2_235"/>
          <p:cNvSpPr txBox="1">
            <a:spLocks noGrp="1"/>
          </p:cNvSpPr>
          <p:nvPr>
            <p:ph type="body" idx="7"/>
          </p:nvPr>
        </p:nvSpPr>
        <p:spPr>
          <a:xfrm>
            <a:off x="6180000" y="2619374"/>
            <a:ext cx="2572749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9" name="Google Shape;769;g2fa2707f2fe_2_235"/>
          <p:cNvSpPr txBox="1">
            <a:spLocks noGrp="1"/>
          </p:cNvSpPr>
          <p:nvPr>
            <p:ph type="body" idx="8"/>
          </p:nvPr>
        </p:nvSpPr>
        <p:spPr>
          <a:xfrm>
            <a:off x="6179999" y="2060573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0" name="Google Shape;770;g2fa2707f2fe_2_235"/>
          <p:cNvSpPr txBox="1">
            <a:spLocks noGrp="1"/>
          </p:cNvSpPr>
          <p:nvPr>
            <p:ph type="body" idx="9"/>
          </p:nvPr>
        </p:nvSpPr>
        <p:spPr>
          <a:xfrm>
            <a:off x="8908051" y="2619374"/>
            <a:ext cx="2572749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1" name="Google Shape;771;g2fa2707f2fe_2_235"/>
          <p:cNvSpPr txBox="1">
            <a:spLocks noGrp="1"/>
          </p:cNvSpPr>
          <p:nvPr>
            <p:ph type="body" idx="13"/>
          </p:nvPr>
        </p:nvSpPr>
        <p:spPr>
          <a:xfrm>
            <a:off x="8908050" y="2060573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2" name="Google Shape;772;g2fa2707f2fe_2_235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3" name="Google Shape;773;g2fa2707f2fe_2_235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with icons PURPLE">
  <p:cSld name="3 columns with icons PURPLE"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fa2707f2fe_2_249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6" name="Google Shape;776;g2fa2707f2fe_2_249"/>
          <p:cNvSpPr txBox="1">
            <a:spLocks noGrp="1"/>
          </p:cNvSpPr>
          <p:nvPr>
            <p:ph type="body" idx="1"/>
          </p:nvPr>
        </p:nvSpPr>
        <p:spPr>
          <a:xfrm>
            <a:off x="7239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7" name="Google Shape;777;g2fa2707f2fe_2_249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8" name="Google Shape;778;g2fa2707f2fe_2_249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9" name="Google Shape;779;g2fa2707f2fe_2_249"/>
          <p:cNvSpPr txBox="1">
            <a:spLocks noGrp="1"/>
          </p:cNvSpPr>
          <p:nvPr>
            <p:ph type="body" idx="4"/>
          </p:nvPr>
        </p:nvSpPr>
        <p:spPr>
          <a:xfrm>
            <a:off x="7238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0" name="Google Shape;780;g2fa2707f2fe_2_249"/>
          <p:cNvSpPr txBox="1">
            <a:spLocks noGrp="1"/>
          </p:cNvSpPr>
          <p:nvPr>
            <p:ph type="body" idx="5"/>
          </p:nvPr>
        </p:nvSpPr>
        <p:spPr>
          <a:xfrm>
            <a:off x="345195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1" name="Google Shape;781;g2fa2707f2fe_2_249"/>
          <p:cNvSpPr txBox="1">
            <a:spLocks noGrp="1"/>
          </p:cNvSpPr>
          <p:nvPr>
            <p:ph type="body" idx="6"/>
          </p:nvPr>
        </p:nvSpPr>
        <p:spPr>
          <a:xfrm>
            <a:off x="345194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2" name="Google Shape;782;g2fa2707f2fe_2_249"/>
          <p:cNvSpPr txBox="1">
            <a:spLocks noGrp="1"/>
          </p:cNvSpPr>
          <p:nvPr>
            <p:ph type="body" idx="7"/>
          </p:nvPr>
        </p:nvSpPr>
        <p:spPr>
          <a:xfrm>
            <a:off x="61800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3" name="Google Shape;783;g2fa2707f2fe_2_249"/>
          <p:cNvSpPr txBox="1">
            <a:spLocks noGrp="1"/>
          </p:cNvSpPr>
          <p:nvPr>
            <p:ph type="body" idx="8"/>
          </p:nvPr>
        </p:nvSpPr>
        <p:spPr>
          <a:xfrm>
            <a:off x="61799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4" name="Google Shape;784;g2fa2707f2fe_2_249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5" name="Google Shape;785;g2fa2707f2fe_2_249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with icons DEEP PINK">
  <p:cSld name="3 columns with icons DEEP PINK"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2fa2707f2fe_2_261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8" name="Google Shape;788;g2fa2707f2fe_2_261"/>
          <p:cNvSpPr txBox="1">
            <a:spLocks noGrp="1"/>
          </p:cNvSpPr>
          <p:nvPr>
            <p:ph type="body" idx="1"/>
          </p:nvPr>
        </p:nvSpPr>
        <p:spPr>
          <a:xfrm>
            <a:off x="7239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9" name="Google Shape;789;g2fa2707f2fe_2_261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0" name="Google Shape;790;g2fa2707f2fe_2_261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1" name="Google Shape;791;g2fa2707f2fe_2_261"/>
          <p:cNvSpPr txBox="1">
            <a:spLocks noGrp="1"/>
          </p:cNvSpPr>
          <p:nvPr>
            <p:ph type="body" idx="4"/>
          </p:nvPr>
        </p:nvSpPr>
        <p:spPr>
          <a:xfrm>
            <a:off x="7238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2" name="Google Shape;792;g2fa2707f2fe_2_261"/>
          <p:cNvSpPr txBox="1">
            <a:spLocks noGrp="1"/>
          </p:cNvSpPr>
          <p:nvPr>
            <p:ph type="body" idx="5"/>
          </p:nvPr>
        </p:nvSpPr>
        <p:spPr>
          <a:xfrm>
            <a:off x="345195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3" name="Google Shape;793;g2fa2707f2fe_2_261"/>
          <p:cNvSpPr txBox="1">
            <a:spLocks noGrp="1"/>
          </p:cNvSpPr>
          <p:nvPr>
            <p:ph type="body" idx="6"/>
          </p:nvPr>
        </p:nvSpPr>
        <p:spPr>
          <a:xfrm>
            <a:off x="345194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4" name="Google Shape;794;g2fa2707f2fe_2_261"/>
          <p:cNvSpPr txBox="1">
            <a:spLocks noGrp="1"/>
          </p:cNvSpPr>
          <p:nvPr>
            <p:ph type="body" idx="7"/>
          </p:nvPr>
        </p:nvSpPr>
        <p:spPr>
          <a:xfrm>
            <a:off x="61800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5" name="Google Shape;795;g2fa2707f2fe_2_261"/>
          <p:cNvSpPr txBox="1">
            <a:spLocks noGrp="1"/>
          </p:cNvSpPr>
          <p:nvPr>
            <p:ph type="body" idx="8"/>
          </p:nvPr>
        </p:nvSpPr>
        <p:spPr>
          <a:xfrm>
            <a:off x="61799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6" name="Google Shape;796;g2fa2707f2fe_2_261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7" name="Google Shape;797;g2fa2707f2fe_2_261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 with icons PINK">
  <p:cSld name="3 columns with icons PINK"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fa2707f2fe_2_273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0" name="Google Shape;800;g2fa2707f2fe_2_273"/>
          <p:cNvSpPr txBox="1">
            <a:spLocks noGrp="1"/>
          </p:cNvSpPr>
          <p:nvPr>
            <p:ph type="body" idx="1"/>
          </p:nvPr>
        </p:nvSpPr>
        <p:spPr>
          <a:xfrm>
            <a:off x="7239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1" name="Google Shape;801;g2fa2707f2fe_2_273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2" name="Google Shape;802;g2fa2707f2fe_2_273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3" name="Google Shape;803;g2fa2707f2fe_2_273"/>
          <p:cNvSpPr txBox="1">
            <a:spLocks noGrp="1"/>
          </p:cNvSpPr>
          <p:nvPr>
            <p:ph type="body" idx="4"/>
          </p:nvPr>
        </p:nvSpPr>
        <p:spPr>
          <a:xfrm>
            <a:off x="7238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4" name="Google Shape;804;g2fa2707f2fe_2_273"/>
          <p:cNvSpPr txBox="1">
            <a:spLocks noGrp="1"/>
          </p:cNvSpPr>
          <p:nvPr>
            <p:ph type="body" idx="5"/>
          </p:nvPr>
        </p:nvSpPr>
        <p:spPr>
          <a:xfrm>
            <a:off x="345195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5" name="Google Shape;805;g2fa2707f2fe_2_273"/>
          <p:cNvSpPr txBox="1">
            <a:spLocks noGrp="1"/>
          </p:cNvSpPr>
          <p:nvPr>
            <p:ph type="body" idx="6"/>
          </p:nvPr>
        </p:nvSpPr>
        <p:spPr>
          <a:xfrm>
            <a:off x="345194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6" name="Google Shape;806;g2fa2707f2fe_2_273"/>
          <p:cNvSpPr txBox="1">
            <a:spLocks noGrp="1"/>
          </p:cNvSpPr>
          <p:nvPr>
            <p:ph type="body" idx="7"/>
          </p:nvPr>
        </p:nvSpPr>
        <p:spPr>
          <a:xfrm>
            <a:off x="61800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7" name="Google Shape;807;g2fa2707f2fe_2_273"/>
          <p:cNvSpPr txBox="1">
            <a:spLocks noGrp="1"/>
          </p:cNvSpPr>
          <p:nvPr>
            <p:ph type="body" idx="8"/>
          </p:nvPr>
        </p:nvSpPr>
        <p:spPr>
          <a:xfrm>
            <a:off x="61799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8" name="Google Shape;808;g2fa2707f2fe_2_273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9" name="Google Shape;809;g2fa2707f2fe_2_273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s with icons PURPLE">
  <p:cSld name="4 columns with icons PURPLE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2fa2707f2fe_2_285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2" name="Google Shape;812;g2fa2707f2fe_2_285"/>
          <p:cNvSpPr txBox="1">
            <a:spLocks noGrp="1"/>
          </p:cNvSpPr>
          <p:nvPr>
            <p:ph type="body" idx="1"/>
          </p:nvPr>
        </p:nvSpPr>
        <p:spPr>
          <a:xfrm>
            <a:off x="7239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3" name="Google Shape;813;g2fa2707f2fe_2_285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4" name="Google Shape;814;g2fa2707f2fe_2_285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5" name="Google Shape;815;g2fa2707f2fe_2_285"/>
          <p:cNvSpPr txBox="1">
            <a:spLocks noGrp="1"/>
          </p:cNvSpPr>
          <p:nvPr>
            <p:ph type="body" idx="4"/>
          </p:nvPr>
        </p:nvSpPr>
        <p:spPr>
          <a:xfrm>
            <a:off x="7238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6" name="Google Shape;816;g2fa2707f2fe_2_285"/>
          <p:cNvSpPr txBox="1">
            <a:spLocks noGrp="1"/>
          </p:cNvSpPr>
          <p:nvPr>
            <p:ph type="body" idx="5"/>
          </p:nvPr>
        </p:nvSpPr>
        <p:spPr>
          <a:xfrm>
            <a:off x="345195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7" name="Google Shape;817;g2fa2707f2fe_2_285"/>
          <p:cNvSpPr txBox="1">
            <a:spLocks noGrp="1"/>
          </p:cNvSpPr>
          <p:nvPr>
            <p:ph type="body" idx="6"/>
          </p:nvPr>
        </p:nvSpPr>
        <p:spPr>
          <a:xfrm>
            <a:off x="345194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8" name="Google Shape;818;g2fa2707f2fe_2_285"/>
          <p:cNvSpPr txBox="1">
            <a:spLocks noGrp="1"/>
          </p:cNvSpPr>
          <p:nvPr>
            <p:ph type="body" idx="7"/>
          </p:nvPr>
        </p:nvSpPr>
        <p:spPr>
          <a:xfrm>
            <a:off x="61800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9" name="Google Shape;819;g2fa2707f2fe_2_285"/>
          <p:cNvSpPr txBox="1">
            <a:spLocks noGrp="1"/>
          </p:cNvSpPr>
          <p:nvPr>
            <p:ph type="body" idx="8"/>
          </p:nvPr>
        </p:nvSpPr>
        <p:spPr>
          <a:xfrm>
            <a:off x="61799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0" name="Google Shape;820;g2fa2707f2fe_2_285"/>
          <p:cNvSpPr txBox="1">
            <a:spLocks noGrp="1"/>
          </p:cNvSpPr>
          <p:nvPr>
            <p:ph type="body" idx="9"/>
          </p:nvPr>
        </p:nvSpPr>
        <p:spPr>
          <a:xfrm>
            <a:off x="8908051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1" name="Google Shape;821;g2fa2707f2fe_2_285"/>
          <p:cNvSpPr txBox="1">
            <a:spLocks noGrp="1"/>
          </p:cNvSpPr>
          <p:nvPr>
            <p:ph type="body" idx="13"/>
          </p:nvPr>
        </p:nvSpPr>
        <p:spPr>
          <a:xfrm>
            <a:off x="8908050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2" name="Google Shape;822;g2fa2707f2fe_2_285"/>
          <p:cNvSpPr/>
          <p:nvPr/>
        </p:nvSpPr>
        <p:spPr>
          <a:xfrm>
            <a:off x="723899" y="2093331"/>
            <a:ext cx="773597" cy="7735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g2fa2707f2fe_2_285"/>
          <p:cNvSpPr/>
          <p:nvPr/>
        </p:nvSpPr>
        <p:spPr>
          <a:xfrm>
            <a:off x="3453847" y="2093331"/>
            <a:ext cx="773597" cy="7735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g2fa2707f2fe_2_285"/>
          <p:cNvSpPr/>
          <p:nvPr/>
        </p:nvSpPr>
        <p:spPr>
          <a:xfrm>
            <a:off x="6157290" y="2093331"/>
            <a:ext cx="773597" cy="7735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g2fa2707f2fe_2_285"/>
          <p:cNvSpPr/>
          <p:nvPr/>
        </p:nvSpPr>
        <p:spPr>
          <a:xfrm>
            <a:off x="8887238" y="2093331"/>
            <a:ext cx="773597" cy="7735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g2fa2707f2fe_2_285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s with icons DEEP PINK">
  <p:cSld name="4 columns with icons DEEP PINK"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2fa2707f2fe_2_302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9" name="Google Shape;829;g2fa2707f2fe_2_302"/>
          <p:cNvSpPr txBox="1">
            <a:spLocks noGrp="1"/>
          </p:cNvSpPr>
          <p:nvPr>
            <p:ph type="body" idx="1"/>
          </p:nvPr>
        </p:nvSpPr>
        <p:spPr>
          <a:xfrm>
            <a:off x="7239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0" name="Google Shape;830;g2fa2707f2fe_2_302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1" name="Google Shape;831;g2fa2707f2fe_2_302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2" name="Google Shape;832;g2fa2707f2fe_2_302"/>
          <p:cNvSpPr txBox="1">
            <a:spLocks noGrp="1"/>
          </p:cNvSpPr>
          <p:nvPr>
            <p:ph type="body" idx="4"/>
          </p:nvPr>
        </p:nvSpPr>
        <p:spPr>
          <a:xfrm>
            <a:off x="7238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3" name="Google Shape;833;g2fa2707f2fe_2_302"/>
          <p:cNvSpPr txBox="1">
            <a:spLocks noGrp="1"/>
          </p:cNvSpPr>
          <p:nvPr>
            <p:ph type="body" idx="5"/>
          </p:nvPr>
        </p:nvSpPr>
        <p:spPr>
          <a:xfrm>
            <a:off x="345195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4" name="Google Shape;834;g2fa2707f2fe_2_302"/>
          <p:cNvSpPr txBox="1">
            <a:spLocks noGrp="1"/>
          </p:cNvSpPr>
          <p:nvPr>
            <p:ph type="body" idx="6"/>
          </p:nvPr>
        </p:nvSpPr>
        <p:spPr>
          <a:xfrm>
            <a:off x="345194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5" name="Google Shape;835;g2fa2707f2fe_2_302"/>
          <p:cNvSpPr txBox="1">
            <a:spLocks noGrp="1"/>
          </p:cNvSpPr>
          <p:nvPr>
            <p:ph type="body" idx="7"/>
          </p:nvPr>
        </p:nvSpPr>
        <p:spPr>
          <a:xfrm>
            <a:off x="61800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6" name="Google Shape;836;g2fa2707f2fe_2_302"/>
          <p:cNvSpPr txBox="1">
            <a:spLocks noGrp="1"/>
          </p:cNvSpPr>
          <p:nvPr>
            <p:ph type="body" idx="8"/>
          </p:nvPr>
        </p:nvSpPr>
        <p:spPr>
          <a:xfrm>
            <a:off x="61799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7" name="Google Shape;837;g2fa2707f2fe_2_302"/>
          <p:cNvSpPr txBox="1">
            <a:spLocks noGrp="1"/>
          </p:cNvSpPr>
          <p:nvPr>
            <p:ph type="body" idx="9"/>
          </p:nvPr>
        </p:nvSpPr>
        <p:spPr>
          <a:xfrm>
            <a:off x="8908051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8" name="Google Shape;838;g2fa2707f2fe_2_302"/>
          <p:cNvSpPr txBox="1">
            <a:spLocks noGrp="1"/>
          </p:cNvSpPr>
          <p:nvPr>
            <p:ph type="body" idx="13"/>
          </p:nvPr>
        </p:nvSpPr>
        <p:spPr>
          <a:xfrm>
            <a:off x="8908050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9" name="Google Shape;839;g2fa2707f2fe_2_302"/>
          <p:cNvSpPr/>
          <p:nvPr/>
        </p:nvSpPr>
        <p:spPr>
          <a:xfrm>
            <a:off x="723899" y="2093331"/>
            <a:ext cx="773597" cy="77359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g2fa2707f2fe_2_302"/>
          <p:cNvSpPr/>
          <p:nvPr/>
        </p:nvSpPr>
        <p:spPr>
          <a:xfrm>
            <a:off x="3453847" y="2093331"/>
            <a:ext cx="773597" cy="77359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g2fa2707f2fe_2_302"/>
          <p:cNvSpPr/>
          <p:nvPr/>
        </p:nvSpPr>
        <p:spPr>
          <a:xfrm>
            <a:off x="6157290" y="2093331"/>
            <a:ext cx="773597" cy="77359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g2fa2707f2fe_2_302"/>
          <p:cNvSpPr/>
          <p:nvPr/>
        </p:nvSpPr>
        <p:spPr>
          <a:xfrm>
            <a:off x="8887238" y="2093331"/>
            <a:ext cx="773597" cy="77359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g2fa2707f2fe_2_302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s with icons CENTRED PURPLE">
  <p:cSld name="4 columns with icons CENTRED PURPLE"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2fa2707f2fe_2_319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6" name="Google Shape;846;g2fa2707f2fe_2_319"/>
          <p:cNvSpPr txBox="1">
            <a:spLocks noGrp="1"/>
          </p:cNvSpPr>
          <p:nvPr>
            <p:ph type="body" idx="1"/>
          </p:nvPr>
        </p:nvSpPr>
        <p:spPr>
          <a:xfrm>
            <a:off x="7239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7" name="Google Shape;847;g2fa2707f2fe_2_319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8" name="Google Shape;848;g2fa2707f2fe_2_319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9" name="Google Shape;849;g2fa2707f2fe_2_319"/>
          <p:cNvSpPr txBox="1">
            <a:spLocks noGrp="1"/>
          </p:cNvSpPr>
          <p:nvPr>
            <p:ph type="body" idx="4"/>
          </p:nvPr>
        </p:nvSpPr>
        <p:spPr>
          <a:xfrm>
            <a:off x="7238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0" name="Google Shape;850;g2fa2707f2fe_2_319"/>
          <p:cNvSpPr txBox="1">
            <a:spLocks noGrp="1"/>
          </p:cNvSpPr>
          <p:nvPr>
            <p:ph type="body" idx="5"/>
          </p:nvPr>
        </p:nvSpPr>
        <p:spPr>
          <a:xfrm>
            <a:off x="345195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1" name="Google Shape;851;g2fa2707f2fe_2_319"/>
          <p:cNvSpPr txBox="1">
            <a:spLocks noGrp="1"/>
          </p:cNvSpPr>
          <p:nvPr>
            <p:ph type="body" idx="6"/>
          </p:nvPr>
        </p:nvSpPr>
        <p:spPr>
          <a:xfrm>
            <a:off x="345194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2" name="Google Shape;852;g2fa2707f2fe_2_319"/>
          <p:cNvSpPr txBox="1">
            <a:spLocks noGrp="1"/>
          </p:cNvSpPr>
          <p:nvPr>
            <p:ph type="body" idx="7"/>
          </p:nvPr>
        </p:nvSpPr>
        <p:spPr>
          <a:xfrm>
            <a:off x="61800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3" name="Google Shape;853;g2fa2707f2fe_2_319"/>
          <p:cNvSpPr txBox="1">
            <a:spLocks noGrp="1"/>
          </p:cNvSpPr>
          <p:nvPr>
            <p:ph type="body" idx="8"/>
          </p:nvPr>
        </p:nvSpPr>
        <p:spPr>
          <a:xfrm>
            <a:off x="61799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4" name="Google Shape;854;g2fa2707f2fe_2_319"/>
          <p:cNvSpPr txBox="1">
            <a:spLocks noGrp="1"/>
          </p:cNvSpPr>
          <p:nvPr>
            <p:ph type="body" idx="9"/>
          </p:nvPr>
        </p:nvSpPr>
        <p:spPr>
          <a:xfrm>
            <a:off x="8908051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5" name="Google Shape;855;g2fa2707f2fe_2_319"/>
          <p:cNvSpPr txBox="1">
            <a:spLocks noGrp="1"/>
          </p:cNvSpPr>
          <p:nvPr>
            <p:ph type="body" idx="13"/>
          </p:nvPr>
        </p:nvSpPr>
        <p:spPr>
          <a:xfrm>
            <a:off x="8908050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6" name="Google Shape;856;g2fa2707f2fe_2_319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7" name="Google Shape;857;g2fa2707f2fe_2_319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s with icons CENTRED DEEP PINK">
  <p:cSld name="4 columns with icons CENTRED DEEP PINK"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2fa2707f2fe_2_333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0" name="Google Shape;860;g2fa2707f2fe_2_333"/>
          <p:cNvSpPr txBox="1">
            <a:spLocks noGrp="1"/>
          </p:cNvSpPr>
          <p:nvPr>
            <p:ph type="body" idx="1"/>
          </p:nvPr>
        </p:nvSpPr>
        <p:spPr>
          <a:xfrm>
            <a:off x="7239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1" name="Google Shape;861;g2fa2707f2fe_2_333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2" name="Google Shape;862;g2fa2707f2fe_2_333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3" name="Google Shape;863;g2fa2707f2fe_2_333"/>
          <p:cNvSpPr txBox="1">
            <a:spLocks noGrp="1"/>
          </p:cNvSpPr>
          <p:nvPr>
            <p:ph type="body" idx="4"/>
          </p:nvPr>
        </p:nvSpPr>
        <p:spPr>
          <a:xfrm>
            <a:off x="7238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4" name="Google Shape;864;g2fa2707f2fe_2_333"/>
          <p:cNvSpPr txBox="1">
            <a:spLocks noGrp="1"/>
          </p:cNvSpPr>
          <p:nvPr>
            <p:ph type="body" idx="5"/>
          </p:nvPr>
        </p:nvSpPr>
        <p:spPr>
          <a:xfrm>
            <a:off x="345195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5" name="Google Shape;865;g2fa2707f2fe_2_333"/>
          <p:cNvSpPr txBox="1">
            <a:spLocks noGrp="1"/>
          </p:cNvSpPr>
          <p:nvPr>
            <p:ph type="body" idx="6"/>
          </p:nvPr>
        </p:nvSpPr>
        <p:spPr>
          <a:xfrm>
            <a:off x="345194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6" name="Google Shape;866;g2fa2707f2fe_2_333"/>
          <p:cNvSpPr txBox="1">
            <a:spLocks noGrp="1"/>
          </p:cNvSpPr>
          <p:nvPr>
            <p:ph type="body" idx="7"/>
          </p:nvPr>
        </p:nvSpPr>
        <p:spPr>
          <a:xfrm>
            <a:off x="61800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7" name="Google Shape;867;g2fa2707f2fe_2_333"/>
          <p:cNvSpPr txBox="1">
            <a:spLocks noGrp="1"/>
          </p:cNvSpPr>
          <p:nvPr>
            <p:ph type="body" idx="8"/>
          </p:nvPr>
        </p:nvSpPr>
        <p:spPr>
          <a:xfrm>
            <a:off x="61799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8" name="Google Shape;868;g2fa2707f2fe_2_333"/>
          <p:cNvSpPr txBox="1">
            <a:spLocks noGrp="1"/>
          </p:cNvSpPr>
          <p:nvPr>
            <p:ph type="body" idx="9"/>
          </p:nvPr>
        </p:nvSpPr>
        <p:spPr>
          <a:xfrm>
            <a:off x="8908051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9" name="Google Shape;869;g2fa2707f2fe_2_333"/>
          <p:cNvSpPr txBox="1">
            <a:spLocks noGrp="1"/>
          </p:cNvSpPr>
          <p:nvPr>
            <p:ph type="body" idx="13"/>
          </p:nvPr>
        </p:nvSpPr>
        <p:spPr>
          <a:xfrm>
            <a:off x="8908050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0" name="Google Shape;870;g2fa2707f2fe_2_333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1" name="Google Shape;871;g2fa2707f2fe_2_333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s with icons CENTRED PINK">
  <p:cSld name="4 columns with icons CENTRED PINK"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2fa2707f2fe_2_347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4" name="Google Shape;874;g2fa2707f2fe_2_347"/>
          <p:cNvSpPr txBox="1">
            <a:spLocks noGrp="1"/>
          </p:cNvSpPr>
          <p:nvPr>
            <p:ph type="body" idx="1"/>
          </p:nvPr>
        </p:nvSpPr>
        <p:spPr>
          <a:xfrm>
            <a:off x="7239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5" name="Google Shape;875;g2fa2707f2fe_2_347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6" name="Google Shape;876;g2fa2707f2fe_2_347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7" name="Google Shape;877;g2fa2707f2fe_2_347"/>
          <p:cNvSpPr txBox="1">
            <a:spLocks noGrp="1"/>
          </p:cNvSpPr>
          <p:nvPr>
            <p:ph type="body" idx="4"/>
          </p:nvPr>
        </p:nvSpPr>
        <p:spPr>
          <a:xfrm>
            <a:off x="7238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8" name="Google Shape;878;g2fa2707f2fe_2_347"/>
          <p:cNvSpPr txBox="1">
            <a:spLocks noGrp="1"/>
          </p:cNvSpPr>
          <p:nvPr>
            <p:ph type="body" idx="5"/>
          </p:nvPr>
        </p:nvSpPr>
        <p:spPr>
          <a:xfrm>
            <a:off x="345195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9" name="Google Shape;879;g2fa2707f2fe_2_347"/>
          <p:cNvSpPr txBox="1">
            <a:spLocks noGrp="1"/>
          </p:cNvSpPr>
          <p:nvPr>
            <p:ph type="body" idx="6"/>
          </p:nvPr>
        </p:nvSpPr>
        <p:spPr>
          <a:xfrm>
            <a:off x="345194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0" name="Google Shape;880;g2fa2707f2fe_2_347"/>
          <p:cNvSpPr txBox="1">
            <a:spLocks noGrp="1"/>
          </p:cNvSpPr>
          <p:nvPr>
            <p:ph type="body" idx="7"/>
          </p:nvPr>
        </p:nvSpPr>
        <p:spPr>
          <a:xfrm>
            <a:off x="6180000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1" name="Google Shape;881;g2fa2707f2fe_2_347"/>
          <p:cNvSpPr txBox="1">
            <a:spLocks noGrp="1"/>
          </p:cNvSpPr>
          <p:nvPr>
            <p:ph type="body" idx="8"/>
          </p:nvPr>
        </p:nvSpPr>
        <p:spPr>
          <a:xfrm>
            <a:off x="6179999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2" name="Google Shape;882;g2fa2707f2fe_2_347"/>
          <p:cNvSpPr txBox="1">
            <a:spLocks noGrp="1"/>
          </p:cNvSpPr>
          <p:nvPr>
            <p:ph type="body" idx="9"/>
          </p:nvPr>
        </p:nvSpPr>
        <p:spPr>
          <a:xfrm>
            <a:off x="8908051" y="3480518"/>
            <a:ext cx="257274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3" name="Google Shape;883;g2fa2707f2fe_2_347"/>
          <p:cNvSpPr txBox="1">
            <a:spLocks noGrp="1"/>
          </p:cNvSpPr>
          <p:nvPr>
            <p:ph type="body" idx="13"/>
          </p:nvPr>
        </p:nvSpPr>
        <p:spPr>
          <a:xfrm>
            <a:off x="8908050" y="2921717"/>
            <a:ext cx="257274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4" name="Google Shape;884;g2fa2707f2fe_2_347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5" name="Google Shape;885;g2fa2707f2fe_2_347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, Subs &amp; 3 x Blocks ">
  <p:cSld name="2_Title, Subs &amp; 3 x Blocks "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2fa2707f2fe_2_361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8" name="Google Shape;888;g2fa2707f2fe_2_361"/>
          <p:cNvSpPr txBox="1">
            <a:spLocks noGrp="1"/>
          </p:cNvSpPr>
          <p:nvPr>
            <p:ph type="body" idx="1"/>
          </p:nvPr>
        </p:nvSpPr>
        <p:spPr>
          <a:xfrm>
            <a:off x="723900" y="2619374"/>
            <a:ext cx="3456000" cy="139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9" name="Google Shape;889;g2fa2707f2fe_2_361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0" name="Google Shape;890;g2fa2707f2fe_2_361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1" name="Google Shape;891;g2fa2707f2fe_2_361"/>
          <p:cNvSpPr txBox="1">
            <a:spLocks noGrp="1"/>
          </p:cNvSpPr>
          <p:nvPr>
            <p:ph type="body" idx="4"/>
          </p:nvPr>
        </p:nvSpPr>
        <p:spPr>
          <a:xfrm>
            <a:off x="723899" y="2060573"/>
            <a:ext cx="34740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2" name="Google Shape;892;g2fa2707f2fe_2_361"/>
          <p:cNvSpPr txBox="1">
            <a:spLocks noGrp="1"/>
          </p:cNvSpPr>
          <p:nvPr>
            <p:ph type="body" idx="5"/>
          </p:nvPr>
        </p:nvSpPr>
        <p:spPr>
          <a:xfrm>
            <a:off x="4352932" y="2619374"/>
            <a:ext cx="3456000" cy="139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3" name="Google Shape;893;g2fa2707f2fe_2_361"/>
          <p:cNvSpPr txBox="1">
            <a:spLocks noGrp="1"/>
          </p:cNvSpPr>
          <p:nvPr>
            <p:ph type="body" idx="6"/>
          </p:nvPr>
        </p:nvSpPr>
        <p:spPr>
          <a:xfrm>
            <a:off x="4352931" y="2060573"/>
            <a:ext cx="34740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4" name="Google Shape;894;g2fa2707f2fe_2_361"/>
          <p:cNvSpPr txBox="1">
            <a:spLocks noGrp="1"/>
          </p:cNvSpPr>
          <p:nvPr>
            <p:ph type="body" idx="7"/>
          </p:nvPr>
        </p:nvSpPr>
        <p:spPr>
          <a:xfrm>
            <a:off x="7981964" y="2619374"/>
            <a:ext cx="3456000" cy="139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5" name="Google Shape;895;g2fa2707f2fe_2_361"/>
          <p:cNvSpPr txBox="1">
            <a:spLocks noGrp="1"/>
          </p:cNvSpPr>
          <p:nvPr>
            <p:ph type="body" idx="8"/>
          </p:nvPr>
        </p:nvSpPr>
        <p:spPr>
          <a:xfrm>
            <a:off x="7981963" y="2060573"/>
            <a:ext cx="34740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896" name="Google Shape;896;g2fa2707f2fe_2_361"/>
          <p:cNvCxnSpPr/>
          <p:nvPr/>
        </p:nvCxnSpPr>
        <p:spPr>
          <a:xfrm>
            <a:off x="4264159" y="2060573"/>
            <a:ext cx="0" cy="4048679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97" name="Google Shape;897;g2fa2707f2fe_2_361"/>
          <p:cNvCxnSpPr/>
          <p:nvPr/>
        </p:nvCxnSpPr>
        <p:spPr>
          <a:xfrm>
            <a:off x="7895254" y="2023483"/>
            <a:ext cx="0" cy="4085769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98" name="Google Shape;898;g2fa2707f2fe_2_361"/>
          <p:cNvSpPr txBox="1">
            <a:spLocks noGrp="1"/>
          </p:cNvSpPr>
          <p:nvPr>
            <p:ph type="body" idx="9"/>
          </p:nvPr>
        </p:nvSpPr>
        <p:spPr>
          <a:xfrm>
            <a:off x="723900" y="4713217"/>
            <a:ext cx="3456000" cy="139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9" name="Google Shape;899;g2fa2707f2fe_2_361"/>
          <p:cNvSpPr txBox="1">
            <a:spLocks noGrp="1"/>
          </p:cNvSpPr>
          <p:nvPr>
            <p:ph type="body" idx="13"/>
          </p:nvPr>
        </p:nvSpPr>
        <p:spPr>
          <a:xfrm>
            <a:off x="723899" y="4154416"/>
            <a:ext cx="34740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0" name="Google Shape;900;g2fa2707f2fe_2_361"/>
          <p:cNvSpPr txBox="1">
            <a:spLocks noGrp="1"/>
          </p:cNvSpPr>
          <p:nvPr>
            <p:ph type="body" idx="14"/>
          </p:nvPr>
        </p:nvSpPr>
        <p:spPr>
          <a:xfrm>
            <a:off x="4352932" y="4713217"/>
            <a:ext cx="3456000" cy="139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1" name="Google Shape;901;g2fa2707f2fe_2_361"/>
          <p:cNvSpPr txBox="1">
            <a:spLocks noGrp="1"/>
          </p:cNvSpPr>
          <p:nvPr>
            <p:ph type="body" idx="15"/>
          </p:nvPr>
        </p:nvSpPr>
        <p:spPr>
          <a:xfrm>
            <a:off x="4352931" y="4154416"/>
            <a:ext cx="34740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2" name="Google Shape;902;g2fa2707f2fe_2_361"/>
          <p:cNvSpPr txBox="1">
            <a:spLocks noGrp="1"/>
          </p:cNvSpPr>
          <p:nvPr>
            <p:ph type="body" idx="16"/>
          </p:nvPr>
        </p:nvSpPr>
        <p:spPr>
          <a:xfrm>
            <a:off x="7981964" y="4713217"/>
            <a:ext cx="3456000" cy="139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3" name="Google Shape;903;g2fa2707f2fe_2_361"/>
          <p:cNvSpPr txBox="1">
            <a:spLocks noGrp="1"/>
          </p:cNvSpPr>
          <p:nvPr>
            <p:ph type="body" idx="17"/>
          </p:nvPr>
        </p:nvSpPr>
        <p:spPr>
          <a:xfrm>
            <a:off x="7981963" y="4154416"/>
            <a:ext cx="3474000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4" name="Google Shape;904;g2fa2707f2fe_2_361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s &amp; 8 x Blocks">
  <p:cSld name="Title, Subs &amp; 8 x Blocks"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2fa2707f2fe_2_380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7" name="Google Shape;907;g2fa2707f2fe_2_380"/>
          <p:cNvSpPr txBox="1">
            <a:spLocks noGrp="1"/>
          </p:cNvSpPr>
          <p:nvPr>
            <p:ph type="body" idx="1"/>
          </p:nvPr>
        </p:nvSpPr>
        <p:spPr>
          <a:xfrm>
            <a:off x="723900" y="2619374"/>
            <a:ext cx="2572749" cy="148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8" name="Google Shape;908;g2fa2707f2fe_2_380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9" name="Google Shape;909;g2fa2707f2fe_2_380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0" name="Google Shape;910;g2fa2707f2fe_2_380"/>
          <p:cNvSpPr txBox="1">
            <a:spLocks noGrp="1"/>
          </p:cNvSpPr>
          <p:nvPr>
            <p:ph type="body" idx="4"/>
          </p:nvPr>
        </p:nvSpPr>
        <p:spPr>
          <a:xfrm>
            <a:off x="723899" y="2060573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1" name="Google Shape;911;g2fa2707f2fe_2_380"/>
          <p:cNvSpPr txBox="1">
            <a:spLocks noGrp="1"/>
          </p:cNvSpPr>
          <p:nvPr>
            <p:ph type="body" idx="5"/>
          </p:nvPr>
        </p:nvSpPr>
        <p:spPr>
          <a:xfrm>
            <a:off x="3451950" y="2619374"/>
            <a:ext cx="2572749" cy="148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2" name="Google Shape;912;g2fa2707f2fe_2_380"/>
          <p:cNvSpPr txBox="1">
            <a:spLocks noGrp="1"/>
          </p:cNvSpPr>
          <p:nvPr>
            <p:ph type="body" idx="6"/>
          </p:nvPr>
        </p:nvSpPr>
        <p:spPr>
          <a:xfrm>
            <a:off x="3451949" y="2060573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3" name="Google Shape;913;g2fa2707f2fe_2_380"/>
          <p:cNvSpPr txBox="1">
            <a:spLocks noGrp="1"/>
          </p:cNvSpPr>
          <p:nvPr>
            <p:ph type="body" idx="7"/>
          </p:nvPr>
        </p:nvSpPr>
        <p:spPr>
          <a:xfrm>
            <a:off x="6180000" y="2619374"/>
            <a:ext cx="2572749" cy="148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4" name="Google Shape;914;g2fa2707f2fe_2_380"/>
          <p:cNvSpPr txBox="1">
            <a:spLocks noGrp="1"/>
          </p:cNvSpPr>
          <p:nvPr>
            <p:ph type="body" idx="8"/>
          </p:nvPr>
        </p:nvSpPr>
        <p:spPr>
          <a:xfrm>
            <a:off x="6179999" y="2060573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5" name="Google Shape;915;g2fa2707f2fe_2_380"/>
          <p:cNvSpPr txBox="1">
            <a:spLocks noGrp="1"/>
          </p:cNvSpPr>
          <p:nvPr>
            <p:ph type="body" idx="9"/>
          </p:nvPr>
        </p:nvSpPr>
        <p:spPr>
          <a:xfrm>
            <a:off x="8908051" y="2619374"/>
            <a:ext cx="2572749" cy="148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6" name="Google Shape;916;g2fa2707f2fe_2_380"/>
          <p:cNvSpPr txBox="1">
            <a:spLocks noGrp="1"/>
          </p:cNvSpPr>
          <p:nvPr>
            <p:ph type="body" idx="13"/>
          </p:nvPr>
        </p:nvSpPr>
        <p:spPr>
          <a:xfrm>
            <a:off x="8908050" y="2060573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7" name="Google Shape;917;g2fa2707f2fe_2_380"/>
          <p:cNvSpPr txBox="1">
            <a:spLocks noGrp="1"/>
          </p:cNvSpPr>
          <p:nvPr>
            <p:ph type="body" idx="14"/>
          </p:nvPr>
        </p:nvSpPr>
        <p:spPr>
          <a:xfrm>
            <a:off x="723900" y="4788115"/>
            <a:ext cx="2572749" cy="148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8" name="Google Shape;918;g2fa2707f2fe_2_380"/>
          <p:cNvSpPr txBox="1">
            <a:spLocks noGrp="1"/>
          </p:cNvSpPr>
          <p:nvPr>
            <p:ph type="body" idx="15"/>
          </p:nvPr>
        </p:nvSpPr>
        <p:spPr>
          <a:xfrm>
            <a:off x="723899" y="4229314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9" name="Google Shape;919;g2fa2707f2fe_2_380"/>
          <p:cNvSpPr txBox="1">
            <a:spLocks noGrp="1"/>
          </p:cNvSpPr>
          <p:nvPr>
            <p:ph type="body" idx="16"/>
          </p:nvPr>
        </p:nvSpPr>
        <p:spPr>
          <a:xfrm>
            <a:off x="3451950" y="4788115"/>
            <a:ext cx="2572749" cy="148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0" name="Google Shape;920;g2fa2707f2fe_2_380"/>
          <p:cNvSpPr txBox="1">
            <a:spLocks noGrp="1"/>
          </p:cNvSpPr>
          <p:nvPr>
            <p:ph type="body" idx="17"/>
          </p:nvPr>
        </p:nvSpPr>
        <p:spPr>
          <a:xfrm>
            <a:off x="3451949" y="4229314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1" name="Google Shape;921;g2fa2707f2fe_2_380"/>
          <p:cNvSpPr txBox="1">
            <a:spLocks noGrp="1"/>
          </p:cNvSpPr>
          <p:nvPr>
            <p:ph type="body" idx="18"/>
          </p:nvPr>
        </p:nvSpPr>
        <p:spPr>
          <a:xfrm>
            <a:off x="6180000" y="4788115"/>
            <a:ext cx="2572749" cy="148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2" name="Google Shape;922;g2fa2707f2fe_2_380"/>
          <p:cNvSpPr txBox="1">
            <a:spLocks noGrp="1"/>
          </p:cNvSpPr>
          <p:nvPr>
            <p:ph type="body" idx="19"/>
          </p:nvPr>
        </p:nvSpPr>
        <p:spPr>
          <a:xfrm>
            <a:off x="6179999" y="4229314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3" name="Google Shape;923;g2fa2707f2fe_2_380"/>
          <p:cNvSpPr txBox="1">
            <a:spLocks noGrp="1"/>
          </p:cNvSpPr>
          <p:nvPr>
            <p:ph type="body" idx="20"/>
          </p:nvPr>
        </p:nvSpPr>
        <p:spPr>
          <a:xfrm>
            <a:off x="8908051" y="4788115"/>
            <a:ext cx="2572749" cy="148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4" name="Google Shape;924;g2fa2707f2fe_2_380"/>
          <p:cNvSpPr txBox="1">
            <a:spLocks noGrp="1"/>
          </p:cNvSpPr>
          <p:nvPr>
            <p:ph type="body" idx="21"/>
          </p:nvPr>
        </p:nvSpPr>
        <p:spPr>
          <a:xfrm>
            <a:off x="8908050" y="4229314"/>
            <a:ext cx="2572749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5" name="Google Shape;925;g2fa2707f2fe_2_380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, Subs &amp; 8 x Blocks">
  <p:cSld name="1_Title, Subs &amp; 8 x Blocks"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2fa2707f2fe_2_401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8" name="Google Shape;928;g2fa2707f2fe_2_401"/>
          <p:cNvSpPr txBox="1">
            <a:spLocks noGrp="1"/>
          </p:cNvSpPr>
          <p:nvPr>
            <p:ph type="body" idx="1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9" name="Google Shape;929;g2fa2707f2fe_2_401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0" name="Google Shape;930;g2fa2707f2fe_2_401"/>
          <p:cNvSpPr txBox="1">
            <a:spLocks noGrp="1"/>
          </p:cNvSpPr>
          <p:nvPr>
            <p:ph type="body" idx="2"/>
          </p:nvPr>
        </p:nvSpPr>
        <p:spPr>
          <a:xfrm>
            <a:off x="4376810" y="3208396"/>
            <a:ext cx="1675469" cy="64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1" name="Google Shape;931;g2fa2707f2fe_2_401"/>
          <p:cNvSpPr txBox="1">
            <a:spLocks noGrp="1"/>
          </p:cNvSpPr>
          <p:nvPr>
            <p:ph type="body" idx="3"/>
          </p:nvPr>
        </p:nvSpPr>
        <p:spPr>
          <a:xfrm>
            <a:off x="4376809" y="2649594"/>
            <a:ext cx="167546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2" name="Google Shape;932;g2fa2707f2fe_2_401"/>
          <p:cNvSpPr txBox="1">
            <a:spLocks noGrp="1"/>
          </p:cNvSpPr>
          <p:nvPr>
            <p:ph type="body" idx="4"/>
          </p:nvPr>
        </p:nvSpPr>
        <p:spPr>
          <a:xfrm>
            <a:off x="6198576" y="3208396"/>
            <a:ext cx="1675469" cy="64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3" name="Google Shape;933;g2fa2707f2fe_2_401"/>
          <p:cNvSpPr txBox="1">
            <a:spLocks noGrp="1"/>
          </p:cNvSpPr>
          <p:nvPr>
            <p:ph type="body" idx="5"/>
          </p:nvPr>
        </p:nvSpPr>
        <p:spPr>
          <a:xfrm>
            <a:off x="6198575" y="2649594"/>
            <a:ext cx="167546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4" name="Google Shape;934;g2fa2707f2fe_2_401"/>
          <p:cNvSpPr txBox="1">
            <a:spLocks noGrp="1"/>
          </p:cNvSpPr>
          <p:nvPr>
            <p:ph type="body" idx="6"/>
          </p:nvPr>
        </p:nvSpPr>
        <p:spPr>
          <a:xfrm>
            <a:off x="8034410" y="3208396"/>
            <a:ext cx="1675469" cy="64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5" name="Google Shape;935;g2fa2707f2fe_2_401"/>
          <p:cNvSpPr txBox="1">
            <a:spLocks noGrp="1"/>
          </p:cNvSpPr>
          <p:nvPr>
            <p:ph type="body" idx="7"/>
          </p:nvPr>
        </p:nvSpPr>
        <p:spPr>
          <a:xfrm>
            <a:off x="8034409" y="2649594"/>
            <a:ext cx="167546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6" name="Google Shape;936;g2fa2707f2fe_2_401"/>
          <p:cNvSpPr txBox="1">
            <a:spLocks noGrp="1"/>
          </p:cNvSpPr>
          <p:nvPr>
            <p:ph type="body" idx="8"/>
          </p:nvPr>
        </p:nvSpPr>
        <p:spPr>
          <a:xfrm>
            <a:off x="9851487" y="3208396"/>
            <a:ext cx="1675469" cy="64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7" name="Google Shape;937;g2fa2707f2fe_2_401"/>
          <p:cNvSpPr txBox="1">
            <a:spLocks noGrp="1"/>
          </p:cNvSpPr>
          <p:nvPr>
            <p:ph type="body" idx="9"/>
          </p:nvPr>
        </p:nvSpPr>
        <p:spPr>
          <a:xfrm>
            <a:off x="9851486" y="2649594"/>
            <a:ext cx="167546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8" name="Google Shape;938;g2fa2707f2fe_2_401"/>
          <p:cNvSpPr txBox="1">
            <a:spLocks noGrp="1"/>
          </p:cNvSpPr>
          <p:nvPr>
            <p:ph type="body" idx="13"/>
          </p:nvPr>
        </p:nvSpPr>
        <p:spPr>
          <a:xfrm>
            <a:off x="2548010" y="3208396"/>
            <a:ext cx="1675469" cy="64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9" name="Google Shape;939;g2fa2707f2fe_2_401"/>
          <p:cNvSpPr txBox="1">
            <a:spLocks noGrp="1"/>
          </p:cNvSpPr>
          <p:nvPr>
            <p:ph type="body" idx="14"/>
          </p:nvPr>
        </p:nvSpPr>
        <p:spPr>
          <a:xfrm>
            <a:off x="2548009" y="2649594"/>
            <a:ext cx="167546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0" name="Google Shape;940;g2fa2707f2fe_2_401"/>
          <p:cNvSpPr txBox="1">
            <a:spLocks noGrp="1"/>
          </p:cNvSpPr>
          <p:nvPr>
            <p:ph type="body" idx="15"/>
          </p:nvPr>
        </p:nvSpPr>
        <p:spPr>
          <a:xfrm>
            <a:off x="719210" y="3208396"/>
            <a:ext cx="1675469" cy="64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1" name="Google Shape;941;g2fa2707f2fe_2_401"/>
          <p:cNvSpPr txBox="1">
            <a:spLocks noGrp="1"/>
          </p:cNvSpPr>
          <p:nvPr>
            <p:ph type="body" idx="16"/>
          </p:nvPr>
        </p:nvSpPr>
        <p:spPr>
          <a:xfrm>
            <a:off x="719209" y="2649594"/>
            <a:ext cx="167546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2" name="Google Shape;942;g2fa2707f2fe_2_401"/>
          <p:cNvSpPr txBox="1">
            <a:spLocks noGrp="1"/>
          </p:cNvSpPr>
          <p:nvPr>
            <p:ph type="body" idx="17"/>
          </p:nvPr>
        </p:nvSpPr>
        <p:spPr>
          <a:xfrm>
            <a:off x="4376810" y="5517842"/>
            <a:ext cx="1675469" cy="64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3" name="Google Shape;943;g2fa2707f2fe_2_401"/>
          <p:cNvSpPr txBox="1">
            <a:spLocks noGrp="1"/>
          </p:cNvSpPr>
          <p:nvPr>
            <p:ph type="body" idx="18"/>
          </p:nvPr>
        </p:nvSpPr>
        <p:spPr>
          <a:xfrm>
            <a:off x="4376809" y="4959040"/>
            <a:ext cx="167546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4" name="Google Shape;944;g2fa2707f2fe_2_401"/>
          <p:cNvSpPr txBox="1">
            <a:spLocks noGrp="1"/>
          </p:cNvSpPr>
          <p:nvPr>
            <p:ph type="body" idx="19"/>
          </p:nvPr>
        </p:nvSpPr>
        <p:spPr>
          <a:xfrm>
            <a:off x="6198576" y="5517842"/>
            <a:ext cx="1675469" cy="64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5" name="Google Shape;945;g2fa2707f2fe_2_401"/>
          <p:cNvSpPr txBox="1">
            <a:spLocks noGrp="1"/>
          </p:cNvSpPr>
          <p:nvPr>
            <p:ph type="body" idx="20"/>
          </p:nvPr>
        </p:nvSpPr>
        <p:spPr>
          <a:xfrm>
            <a:off x="6198575" y="4959040"/>
            <a:ext cx="167546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6" name="Google Shape;946;g2fa2707f2fe_2_401"/>
          <p:cNvSpPr txBox="1">
            <a:spLocks noGrp="1"/>
          </p:cNvSpPr>
          <p:nvPr>
            <p:ph type="body" idx="21"/>
          </p:nvPr>
        </p:nvSpPr>
        <p:spPr>
          <a:xfrm>
            <a:off x="8034410" y="5517842"/>
            <a:ext cx="1675469" cy="64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7" name="Google Shape;947;g2fa2707f2fe_2_401"/>
          <p:cNvSpPr txBox="1">
            <a:spLocks noGrp="1"/>
          </p:cNvSpPr>
          <p:nvPr>
            <p:ph type="body" idx="22"/>
          </p:nvPr>
        </p:nvSpPr>
        <p:spPr>
          <a:xfrm>
            <a:off x="8034409" y="4959040"/>
            <a:ext cx="167546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8" name="Google Shape;948;g2fa2707f2fe_2_401"/>
          <p:cNvSpPr txBox="1">
            <a:spLocks noGrp="1"/>
          </p:cNvSpPr>
          <p:nvPr>
            <p:ph type="body" idx="23"/>
          </p:nvPr>
        </p:nvSpPr>
        <p:spPr>
          <a:xfrm>
            <a:off x="9851487" y="5517842"/>
            <a:ext cx="1675469" cy="64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9" name="Google Shape;949;g2fa2707f2fe_2_401"/>
          <p:cNvSpPr txBox="1">
            <a:spLocks noGrp="1"/>
          </p:cNvSpPr>
          <p:nvPr>
            <p:ph type="body" idx="24"/>
          </p:nvPr>
        </p:nvSpPr>
        <p:spPr>
          <a:xfrm>
            <a:off x="9851486" y="4959040"/>
            <a:ext cx="167546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0" name="Google Shape;950;g2fa2707f2fe_2_401"/>
          <p:cNvSpPr txBox="1">
            <a:spLocks noGrp="1"/>
          </p:cNvSpPr>
          <p:nvPr>
            <p:ph type="body" idx="25"/>
          </p:nvPr>
        </p:nvSpPr>
        <p:spPr>
          <a:xfrm>
            <a:off x="2548010" y="5517842"/>
            <a:ext cx="1675469" cy="64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1" name="Google Shape;951;g2fa2707f2fe_2_401"/>
          <p:cNvSpPr txBox="1">
            <a:spLocks noGrp="1"/>
          </p:cNvSpPr>
          <p:nvPr>
            <p:ph type="body" idx="26"/>
          </p:nvPr>
        </p:nvSpPr>
        <p:spPr>
          <a:xfrm>
            <a:off x="2548009" y="4959040"/>
            <a:ext cx="167546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2" name="Google Shape;952;g2fa2707f2fe_2_401"/>
          <p:cNvSpPr txBox="1">
            <a:spLocks noGrp="1"/>
          </p:cNvSpPr>
          <p:nvPr>
            <p:ph type="body" idx="27"/>
          </p:nvPr>
        </p:nvSpPr>
        <p:spPr>
          <a:xfrm>
            <a:off x="719210" y="5517842"/>
            <a:ext cx="1675469" cy="64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3" name="Google Shape;953;g2fa2707f2fe_2_401"/>
          <p:cNvSpPr txBox="1">
            <a:spLocks noGrp="1"/>
          </p:cNvSpPr>
          <p:nvPr>
            <p:ph type="body" idx="28"/>
          </p:nvPr>
        </p:nvSpPr>
        <p:spPr>
          <a:xfrm>
            <a:off x="719209" y="4959040"/>
            <a:ext cx="1675469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2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4" name="Google Shape;954;g2fa2707f2fe_2_401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, Subs &amp; 4 x Blocks ">
  <p:cSld name="2_Title, Subs &amp; 4 x Blocks "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2fa2707f2fe_2_430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7" name="Google Shape;957;g2fa2707f2fe_2_430"/>
          <p:cNvSpPr txBox="1">
            <a:spLocks noGrp="1"/>
          </p:cNvSpPr>
          <p:nvPr>
            <p:ph type="body" idx="1"/>
          </p:nvPr>
        </p:nvSpPr>
        <p:spPr>
          <a:xfrm>
            <a:off x="723899" y="2449759"/>
            <a:ext cx="3965331" cy="149155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80000" tIns="144000" rIns="180000" bIns="14400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8" name="Google Shape;958;g2fa2707f2fe_2_430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9" name="Google Shape;959;g2fa2707f2fe_2_430"/>
          <p:cNvSpPr txBox="1">
            <a:spLocks noGrp="1"/>
          </p:cNvSpPr>
          <p:nvPr>
            <p:ph type="body" idx="3"/>
          </p:nvPr>
        </p:nvSpPr>
        <p:spPr>
          <a:xfrm>
            <a:off x="723898" y="1890958"/>
            <a:ext cx="3965331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0" name="Google Shape;960;g2fa2707f2fe_2_430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1" name="Google Shape;961;g2fa2707f2fe_2_430"/>
          <p:cNvSpPr txBox="1">
            <a:spLocks noGrp="1"/>
          </p:cNvSpPr>
          <p:nvPr>
            <p:ph type="body" idx="4"/>
          </p:nvPr>
        </p:nvSpPr>
        <p:spPr>
          <a:xfrm>
            <a:off x="5231851" y="3356739"/>
            <a:ext cx="1769860" cy="119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2" name="Google Shape;962;g2fa2707f2fe_2_430"/>
          <p:cNvSpPr txBox="1">
            <a:spLocks noGrp="1"/>
          </p:cNvSpPr>
          <p:nvPr>
            <p:ph type="body" idx="5"/>
          </p:nvPr>
        </p:nvSpPr>
        <p:spPr>
          <a:xfrm>
            <a:off x="723899" y="4712313"/>
            <a:ext cx="3965331" cy="149155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80000" tIns="144000" rIns="180000" bIns="14400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3" name="Google Shape;963;g2fa2707f2fe_2_430"/>
          <p:cNvSpPr txBox="1">
            <a:spLocks noGrp="1"/>
          </p:cNvSpPr>
          <p:nvPr>
            <p:ph type="body" idx="6"/>
          </p:nvPr>
        </p:nvSpPr>
        <p:spPr>
          <a:xfrm>
            <a:off x="723898" y="4153512"/>
            <a:ext cx="3965331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4" name="Google Shape;964;g2fa2707f2fe_2_430"/>
          <p:cNvSpPr txBox="1">
            <a:spLocks noGrp="1"/>
          </p:cNvSpPr>
          <p:nvPr>
            <p:ph type="body" idx="7"/>
          </p:nvPr>
        </p:nvSpPr>
        <p:spPr>
          <a:xfrm>
            <a:off x="7546730" y="2449759"/>
            <a:ext cx="3965331" cy="149155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80000" tIns="144000" rIns="180000" bIns="14400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5" name="Google Shape;965;g2fa2707f2fe_2_430"/>
          <p:cNvSpPr txBox="1">
            <a:spLocks noGrp="1"/>
          </p:cNvSpPr>
          <p:nvPr>
            <p:ph type="body" idx="8"/>
          </p:nvPr>
        </p:nvSpPr>
        <p:spPr>
          <a:xfrm>
            <a:off x="7546729" y="1890958"/>
            <a:ext cx="3965331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6" name="Google Shape;966;g2fa2707f2fe_2_430"/>
          <p:cNvSpPr txBox="1">
            <a:spLocks noGrp="1"/>
          </p:cNvSpPr>
          <p:nvPr>
            <p:ph type="body" idx="9"/>
          </p:nvPr>
        </p:nvSpPr>
        <p:spPr>
          <a:xfrm>
            <a:off x="7546730" y="4712313"/>
            <a:ext cx="3965331" cy="149155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80000" tIns="144000" rIns="180000" bIns="14400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7" name="Google Shape;967;g2fa2707f2fe_2_430"/>
          <p:cNvSpPr txBox="1">
            <a:spLocks noGrp="1"/>
          </p:cNvSpPr>
          <p:nvPr>
            <p:ph type="body" idx="13"/>
          </p:nvPr>
        </p:nvSpPr>
        <p:spPr>
          <a:xfrm>
            <a:off x="7546729" y="4153512"/>
            <a:ext cx="3965331" cy="521711"/>
          </a:xfrm>
          <a:prstGeom prst="rect">
            <a:avLst/>
          </a:prstGeom>
          <a:solidFill>
            <a:srgbClr val="1D6EE4"/>
          </a:solidFill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 columns with icons CENTRED PINK">
  <p:cSld name="1_4 columns with icons CENTRED PINK"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2fa2707f2fe_2_443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0" name="Google Shape;970;g2fa2707f2fe_2_443"/>
          <p:cNvSpPr txBox="1">
            <a:spLocks noGrp="1"/>
          </p:cNvSpPr>
          <p:nvPr>
            <p:ph type="body" idx="1"/>
          </p:nvPr>
        </p:nvSpPr>
        <p:spPr>
          <a:xfrm>
            <a:off x="9928126" y="2926790"/>
            <a:ext cx="1563439" cy="2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1" name="Google Shape;971;g2fa2707f2fe_2_443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2" name="Google Shape;972;g2fa2707f2fe_2_443"/>
          <p:cNvSpPr txBox="1">
            <a:spLocks noGrp="1"/>
          </p:cNvSpPr>
          <p:nvPr>
            <p:ph type="body" idx="3"/>
          </p:nvPr>
        </p:nvSpPr>
        <p:spPr>
          <a:xfrm>
            <a:off x="1893508" y="1845290"/>
            <a:ext cx="2572749" cy="232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3" name="Google Shape;973;g2fa2707f2fe_2_443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4" name="Google Shape;974;g2fa2707f2fe_2_443"/>
          <p:cNvSpPr txBox="1">
            <a:spLocks noGrp="1"/>
          </p:cNvSpPr>
          <p:nvPr>
            <p:ph type="body" idx="4"/>
          </p:nvPr>
        </p:nvSpPr>
        <p:spPr>
          <a:xfrm>
            <a:off x="3574502" y="2886350"/>
            <a:ext cx="1848716" cy="23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5" name="Google Shape;975;g2fa2707f2fe_2_443"/>
          <p:cNvSpPr txBox="1">
            <a:spLocks noGrp="1"/>
          </p:cNvSpPr>
          <p:nvPr>
            <p:ph type="body" idx="5"/>
          </p:nvPr>
        </p:nvSpPr>
        <p:spPr>
          <a:xfrm>
            <a:off x="2867121" y="4212141"/>
            <a:ext cx="1965718" cy="206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6" name="Google Shape;976;g2fa2707f2fe_2_443"/>
          <p:cNvSpPr txBox="1">
            <a:spLocks noGrp="1"/>
          </p:cNvSpPr>
          <p:nvPr>
            <p:ph type="body" idx="6"/>
          </p:nvPr>
        </p:nvSpPr>
        <p:spPr>
          <a:xfrm>
            <a:off x="4216867" y="5791203"/>
            <a:ext cx="2374434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7" name="Google Shape;977;g2fa2707f2fe_2_443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 columns with icons CENTRED DEEP PINK">
  <p:cSld name="1_4 columns with icons CENTRED DEEP PINK"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2fa2707f2fe_2_453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0" name="Google Shape;980;g2fa2707f2fe_2_453"/>
          <p:cNvSpPr txBox="1">
            <a:spLocks noGrp="1"/>
          </p:cNvSpPr>
          <p:nvPr>
            <p:ph type="body" idx="1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1" name="Google Shape;981;g2fa2707f2fe_2_453"/>
          <p:cNvSpPr txBox="1">
            <a:spLocks noGrp="1"/>
          </p:cNvSpPr>
          <p:nvPr>
            <p:ph type="body" idx="2"/>
          </p:nvPr>
        </p:nvSpPr>
        <p:spPr>
          <a:xfrm>
            <a:off x="1213901" y="4500687"/>
            <a:ext cx="1085708" cy="102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2" name="Google Shape;982;g2fa2707f2fe_2_453"/>
          <p:cNvSpPr txBox="1">
            <a:spLocks noGrp="1"/>
          </p:cNvSpPr>
          <p:nvPr>
            <p:ph type="body" idx="3"/>
          </p:nvPr>
        </p:nvSpPr>
        <p:spPr>
          <a:xfrm>
            <a:off x="2949599" y="4500687"/>
            <a:ext cx="1085708" cy="102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3" name="Google Shape;983;g2fa2707f2fe_2_453"/>
          <p:cNvSpPr txBox="1">
            <a:spLocks noGrp="1"/>
          </p:cNvSpPr>
          <p:nvPr>
            <p:ph type="body" idx="4"/>
          </p:nvPr>
        </p:nvSpPr>
        <p:spPr>
          <a:xfrm>
            <a:off x="4685297" y="4500687"/>
            <a:ext cx="1085708" cy="102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4" name="Google Shape;984;g2fa2707f2fe_2_453"/>
          <p:cNvSpPr txBox="1">
            <a:spLocks noGrp="1"/>
          </p:cNvSpPr>
          <p:nvPr>
            <p:ph type="body" idx="5"/>
          </p:nvPr>
        </p:nvSpPr>
        <p:spPr>
          <a:xfrm>
            <a:off x="6420995" y="4500687"/>
            <a:ext cx="1085708" cy="102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5" name="Google Shape;985;g2fa2707f2fe_2_453"/>
          <p:cNvSpPr txBox="1">
            <a:spLocks noGrp="1"/>
          </p:cNvSpPr>
          <p:nvPr>
            <p:ph type="body" idx="6"/>
          </p:nvPr>
        </p:nvSpPr>
        <p:spPr>
          <a:xfrm>
            <a:off x="8156693" y="4500687"/>
            <a:ext cx="1085708" cy="102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6" name="Google Shape;986;g2fa2707f2fe_2_453"/>
          <p:cNvSpPr txBox="1">
            <a:spLocks noGrp="1"/>
          </p:cNvSpPr>
          <p:nvPr>
            <p:ph type="body" idx="7"/>
          </p:nvPr>
        </p:nvSpPr>
        <p:spPr>
          <a:xfrm>
            <a:off x="9892391" y="4500687"/>
            <a:ext cx="1085708" cy="102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7" name="Google Shape;987;g2fa2707f2fe_2_453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Timeline"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2fa2707f2fe_2_463"/>
          <p:cNvSpPr txBox="1">
            <a:spLocks noGrp="1"/>
          </p:cNvSpPr>
          <p:nvPr>
            <p:ph type="body" idx="1"/>
          </p:nvPr>
        </p:nvSpPr>
        <p:spPr>
          <a:xfrm>
            <a:off x="1577317" y="2848487"/>
            <a:ext cx="1085708" cy="39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0" name="Google Shape;990;g2fa2707f2fe_2_463"/>
          <p:cNvSpPr txBox="1">
            <a:spLocks noGrp="1"/>
          </p:cNvSpPr>
          <p:nvPr>
            <p:ph type="body" idx="2"/>
          </p:nvPr>
        </p:nvSpPr>
        <p:spPr>
          <a:xfrm>
            <a:off x="3908701" y="2848487"/>
            <a:ext cx="1085708" cy="39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1" name="Google Shape;991;g2fa2707f2fe_2_463"/>
          <p:cNvSpPr txBox="1">
            <a:spLocks noGrp="1"/>
          </p:cNvSpPr>
          <p:nvPr>
            <p:ph type="body" idx="3"/>
          </p:nvPr>
        </p:nvSpPr>
        <p:spPr>
          <a:xfrm>
            <a:off x="6188075" y="2848487"/>
            <a:ext cx="1085708" cy="39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2" name="Google Shape;992;g2fa2707f2fe_2_463"/>
          <p:cNvSpPr txBox="1">
            <a:spLocks noGrp="1"/>
          </p:cNvSpPr>
          <p:nvPr>
            <p:ph type="body" idx="4"/>
          </p:nvPr>
        </p:nvSpPr>
        <p:spPr>
          <a:xfrm>
            <a:off x="8427693" y="2848487"/>
            <a:ext cx="1085708" cy="39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3" name="Google Shape;993;g2fa2707f2fe_2_463"/>
          <p:cNvSpPr txBox="1">
            <a:spLocks noGrp="1"/>
          </p:cNvSpPr>
          <p:nvPr>
            <p:ph type="body" idx="5"/>
          </p:nvPr>
        </p:nvSpPr>
        <p:spPr>
          <a:xfrm>
            <a:off x="2735531" y="2409237"/>
            <a:ext cx="1085708" cy="39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4" name="Google Shape;994;g2fa2707f2fe_2_463"/>
          <p:cNvSpPr txBox="1">
            <a:spLocks noGrp="1"/>
          </p:cNvSpPr>
          <p:nvPr>
            <p:ph type="body" idx="6"/>
          </p:nvPr>
        </p:nvSpPr>
        <p:spPr>
          <a:xfrm>
            <a:off x="5028155" y="2409237"/>
            <a:ext cx="1085708" cy="39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5" name="Google Shape;995;g2fa2707f2fe_2_463"/>
          <p:cNvSpPr txBox="1">
            <a:spLocks noGrp="1"/>
          </p:cNvSpPr>
          <p:nvPr>
            <p:ph type="body" idx="7"/>
          </p:nvPr>
        </p:nvSpPr>
        <p:spPr>
          <a:xfrm>
            <a:off x="7294277" y="2409237"/>
            <a:ext cx="1085708" cy="39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6" name="Google Shape;996;g2fa2707f2fe_2_463"/>
          <p:cNvSpPr txBox="1">
            <a:spLocks noGrp="1"/>
          </p:cNvSpPr>
          <p:nvPr>
            <p:ph type="body" idx="8"/>
          </p:nvPr>
        </p:nvSpPr>
        <p:spPr>
          <a:xfrm>
            <a:off x="9586903" y="2409237"/>
            <a:ext cx="1085708" cy="39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3pPr>
            <a:lvl4pPr marL="1828800" lvl="3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4pPr>
            <a:lvl5pPr marL="2286000" lvl="4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7" name="Google Shape;997;g2fa2707f2fe_2_463"/>
          <p:cNvSpPr txBox="1">
            <a:spLocks noGrp="1"/>
          </p:cNvSpPr>
          <p:nvPr>
            <p:ph type="body" idx="9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8" name="Google Shape;998;g2fa2707f2fe_2_463"/>
          <p:cNvSpPr txBox="1">
            <a:spLocks noGrp="1"/>
          </p:cNvSpPr>
          <p:nvPr>
            <p:ph type="body" idx="1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9" name="Google Shape;999;g2fa2707f2fe_2_463"/>
          <p:cNvSpPr txBox="1">
            <a:spLocks noGrp="1"/>
          </p:cNvSpPr>
          <p:nvPr>
            <p:ph type="title"/>
          </p:nvPr>
        </p:nvSpPr>
        <p:spPr>
          <a:xfrm>
            <a:off x="723898" y="577128"/>
            <a:ext cx="9665799" cy="79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0" name="Google Shape;1000;g2fa2707f2fe_2_463"/>
          <p:cNvSpPr txBox="1">
            <a:spLocks noGrp="1"/>
          </p:cNvSpPr>
          <p:nvPr>
            <p:ph type="body" idx="14"/>
          </p:nvPr>
        </p:nvSpPr>
        <p:spPr>
          <a:xfrm>
            <a:off x="584267" y="4421695"/>
            <a:ext cx="904555" cy="607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1" name="Google Shape;1001;g2fa2707f2fe_2_463"/>
          <p:cNvSpPr txBox="1">
            <a:spLocks noGrp="1"/>
          </p:cNvSpPr>
          <p:nvPr>
            <p:ph type="body" idx="15"/>
          </p:nvPr>
        </p:nvSpPr>
        <p:spPr>
          <a:xfrm>
            <a:off x="1644441" y="4421696"/>
            <a:ext cx="904555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2" name="Google Shape;1002;g2fa2707f2fe_2_463"/>
          <p:cNvSpPr txBox="1">
            <a:spLocks noGrp="1"/>
          </p:cNvSpPr>
          <p:nvPr>
            <p:ph type="body" idx="16"/>
          </p:nvPr>
        </p:nvSpPr>
        <p:spPr>
          <a:xfrm>
            <a:off x="2770876" y="4421696"/>
            <a:ext cx="904555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3" name="Google Shape;1003;g2fa2707f2fe_2_463"/>
          <p:cNvSpPr txBox="1">
            <a:spLocks noGrp="1"/>
          </p:cNvSpPr>
          <p:nvPr>
            <p:ph type="body" idx="17"/>
          </p:nvPr>
        </p:nvSpPr>
        <p:spPr>
          <a:xfrm>
            <a:off x="3937067" y="4421696"/>
            <a:ext cx="904555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4" name="Google Shape;1004;g2fa2707f2fe_2_463"/>
          <p:cNvSpPr txBox="1">
            <a:spLocks noGrp="1"/>
          </p:cNvSpPr>
          <p:nvPr>
            <p:ph type="body" idx="18"/>
          </p:nvPr>
        </p:nvSpPr>
        <p:spPr>
          <a:xfrm>
            <a:off x="5103258" y="4421696"/>
            <a:ext cx="904555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5" name="Google Shape;1005;g2fa2707f2fe_2_463"/>
          <p:cNvSpPr txBox="1">
            <a:spLocks noGrp="1"/>
          </p:cNvSpPr>
          <p:nvPr>
            <p:ph type="body" idx="19"/>
          </p:nvPr>
        </p:nvSpPr>
        <p:spPr>
          <a:xfrm>
            <a:off x="6269449" y="4421696"/>
            <a:ext cx="904555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6" name="Google Shape;1006;g2fa2707f2fe_2_463"/>
          <p:cNvSpPr txBox="1">
            <a:spLocks noGrp="1"/>
          </p:cNvSpPr>
          <p:nvPr>
            <p:ph type="body" idx="20"/>
          </p:nvPr>
        </p:nvSpPr>
        <p:spPr>
          <a:xfrm>
            <a:off x="7395884" y="4421696"/>
            <a:ext cx="904555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7" name="Google Shape;1007;g2fa2707f2fe_2_463"/>
          <p:cNvSpPr txBox="1">
            <a:spLocks noGrp="1"/>
          </p:cNvSpPr>
          <p:nvPr>
            <p:ph type="body" idx="21"/>
          </p:nvPr>
        </p:nvSpPr>
        <p:spPr>
          <a:xfrm>
            <a:off x="8535571" y="4421696"/>
            <a:ext cx="904555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8" name="Google Shape;1008;g2fa2707f2fe_2_463"/>
          <p:cNvSpPr txBox="1">
            <a:spLocks noGrp="1"/>
          </p:cNvSpPr>
          <p:nvPr>
            <p:ph type="body" idx="22"/>
          </p:nvPr>
        </p:nvSpPr>
        <p:spPr>
          <a:xfrm>
            <a:off x="9701762" y="4421696"/>
            <a:ext cx="904555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9" name="Google Shape;1009;g2fa2707f2fe_2_463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0" name="Google Shape;1010;g2fa2707f2fe_2_463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Stages">
  <p:cSld name="5 Stages"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2fa2707f2fe_2_486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3" name="Google Shape;1013;g2fa2707f2fe_2_486"/>
          <p:cNvSpPr txBox="1">
            <a:spLocks noGrp="1"/>
          </p:cNvSpPr>
          <p:nvPr>
            <p:ph type="body" idx="1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4" name="Google Shape;1014;g2fa2707f2fe_2_486"/>
          <p:cNvSpPr txBox="1">
            <a:spLocks noGrp="1"/>
          </p:cNvSpPr>
          <p:nvPr>
            <p:ph type="body" idx="2"/>
          </p:nvPr>
        </p:nvSpPr>
        <p:spPr>
          <a:xfrm>
            <a:off x="723900" y="1384299"/>
            <a:ext cx="6281538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5" name="Google Shape;1015;g2fa2707f2fe_2_486"/>
          <p:cNvSpPr txBox="1">
            <a:spLocks noGrp="1"/>
          </p:cNvSpPr>
          <p:nvPr>
            <p:ph type="body" idx="3"/>
          </p:nvPr>
        </p:nvSpPr>
        <p:spPr>
          <a:xfrm>
            <a:off x="723900" y="4560786"/>
            <a:ext cx="1913284" cy="1367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6" name="Google Shape;1016;g2fa2707f2fe_2_486"/>
          <p:cNvSpPr txBox="1">
            <a:spLocks noGrp="1"/>
          </p:cNvSpPr>
          <p:nvPr>
            <p:ph type="body" idx="4"/>
          </p:nvPr>
        </p:nvSpPr>
        <p:spPr>
          <a:xfrm>
            <a:off x="723900" y="3831544"/>
            <a:ext cx="1913284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7" name="Google Shape;1017;g2fa2707f2fe_2_486"/>
          <p:cNvSpPr txBox="1">
            <a:spLocks noGrp="1"/>
          </p:cNvSpPr>
          <p:nvPr>
            <p:ph type="body" idx="5"/>
          </p:nvPr>
        </p:nvSpPr>
        <p:spPr>
          <a:xfrm>
            <a:off x="2884005" y="3854201"/>
            <a:ext cx="1913284" cy="207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8" name="Google Shape;1018;g2fa2707f2fe_2_486"/>
          <p:cNvSpPr txBox="1">
            <a:spLocks noGrp="1"/>
          </p:cNvSpPr>
          <p:nvPr>
            <p:ph type="body" idx="6"/>
          </p:nvPr>
        </p:nvSpPr>
        <p:spPr>
          <a:xfrm>
            <a:off x="2884005" y="3124959"/>
            <a:ext cx="1913284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9" name="Google Shape;1019;g2fa2707f2fe_2_486"/>
          <p:cNvSpPr txBox="1">
            <a:spLocks noGrp="1"/>
          </p:cNvSpPr>
          <p:nvPr>
            <p:ph type="body" idx="7"/>
          </p:nvPr>
        </p:nvSpPr>
        <p:spPr>
          <a:xfrm>
            <a:off x="5044109" y="3293705"/>
            <a:ext cx="1913284" cy="2634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0" name="Google Shape;1020;g2fa2707f2fe_2_486"/>
          <p:cNvSpPr txBox="1">
            <a:spLocks noGrp="1"/>
          </p:cNvSpPr>
          <p:nvPr>
            <p:ph type="body" idx="8"/>
          </p:nvPr>
        </p:nvSpPr>
        <p:spPr>
          <a:xfrm>
            <a:off x="5044109" y="2564464"/>
            <a:ext cx="1913284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1" name="Google Shape;1021;g2fa2707f2fe_2_486"/>
          <p:cNvSpPr txBox="1">
            <a:spLocks noGrp="1"/>
          </p:cNvSpPr>
          <p:nvPr>
            <p:ph type="body" idx="9"/>
          </p:nvPr>
        </p:nvSpPr>
        <p:spPr>
          <a:xfrm>
            <a:off x="7190961" y="2625905"/>
            <a:ext cx="1913284" cy="3302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2" name="Google Shape;1022;g2fa2707f2fe_2_486"/>
          <p:cNvSpPr txBox="1">
            <a:spLocks noGrp="1"/>
          </p:cNvSpPr>
          <p:nvPr>
            <p:ph type="body" idx="13"/>
          </p:nvPr>
        </p:nvSpPr>
        <p:spPr>
          <a:xfrm>
            <a:off x="7190961" y="1896664"/>
            <a:ext cx="1913284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3" name="Google Shape;1023;g2fa2707f2fe_2_486"/>
          <p:cNvSpPr txBox="1">
            <a:spLocks noGrp="1"/>
          </p:cNvSpPr>
          <p:nvPr>
            <p:ph type="body" idx="14"/>
          </p:nvPr>
        </p:nvSpPr>
        <p:spPr>
          <a:xfrm>
            <a:off x="9337813" y="1995532"/>
            <a:ext cx="1913284" cy="393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44000" rIns="180000" bIns="14400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4" name="Google Shape;1024;g2fa2707f2fe_2_486"/>
          <p:cNvSpPr txBox="1">
            <a:spLocks noGrp="1"/>
          </p:cNvSpPr>
          <p:nvPr>
            <p:ph type="body" idx="15"/>
          </p:nvPr>
        </p:nvSpPr>
        <p:spPr>
          <a:xfrm>
            <a:off x="9337813" y="1266291"/>
            <a:ext cx="1913284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36000" rIns="180000" bIns="360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5" name="Google Shape;1025;g2fa2707f2fe_2_486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6" name="Google Shape;1026;g2fa2707f2fe_2_486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 &amp; 4 logos">
  <p:cSld name="Title, Sub &amp; 4 logos"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2fa2707f2fe_2_502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9" name="Google Shape;1029;g2fa2707f2fe_2_502"/>
          <p:cNvSpPr txBox="1">
            <a:spLocks noGrp="1"/>
          </p:cNvSpPr>
          <p:nvPr>
            <p:ph type="body" idx="1"/>
          </p:nvPr>
        </p:nvSpPr>
        <p:spPr>
          <a:xfrm>
            <a:off x="1602769" y="2033750"/>
            <a:ext cx="4226531" cy="1901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0" name="Google Shape;1030;g2fa2707f2fe_2_502"/>
          <p:cNvSpPr txBox="1">
            <a:spLocks noGrp="1"/>
          </p:cNvSpPr>
          <p:nvPr>
            <p:ph type="body" idx="2"/>
          </p:nvPr>
        </p:nvSpPr>
        <p:spPr>
          <a:xfrm>
            <a:off x="723900" y="292099"/>
            <a:ext cx="88308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1" name="Google Shape;1031;g2fa2707f2fe_2_502"/>
          <p:cNvSpPr txBox="1">
            <a:spLocks noGrp="1"/>
          </p:cNvSpPr>
          <p:nvPr>
            <p:ph type="body" idx="3"/>
          </p:nvPr>
        </p:nvSpPr>
        <p:spPr>
          <a:xfrm>
            <a:off x="723899" y="1384299"/>
            <a:ext cx="10744201" cy="63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2" name="Google Shape;1032;g2fa2707f2fe_2_502"/>
          <p:cNvSpPr txBox="1">
            <a:spLocks noGrp="1"/>
          </p:cNvSpPr>
          <p:nvPr>
            <p:ph type="body" idx="4"/>
          </p:nvPr>
        </p:nvSpPr>
        <p:spPr>
          <a:xfrm>
            <a:off x="7241570" y="2033750"/>
            <a:ext cx="4226531" cy="1901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3" name="Google Shape;1033;g2fa2707f2fe_2_502"/>
          <p:cNvSpPr txBox="1">
            <a:spLocks noGrp="1"/>
          </p:cNvSpPr>
          <p:nvPr>
            <p:ph type="body" idx="5"/>
          </p:nvPr>
        </p:nvSpPr>
        <p:spPr>
          <a:xfrm>
            <a:off x="1602768" y="4158788"/>
            <a:ext cx="4226531" cy="1901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4" name="Google Shape;1034;g2fa2707f2fe_2_502"/>
          <p:cNvSpPr txBox="1">
            <a:spLocks noGrp="1"/>
          </p:cNvSpPr>
          <p:nvPr>
            <p:ph type="body" idx="6"/>
          </p:nvPr>
        </p:nvSpPr>
        <p:spPr>
          <a:xfrm>
            <a:off x="7241569" y="4158788"/>
            <a:ext cx="4226531" cy="1901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5" name="Google Shape;1035;g2fa2707f2fe_2_502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6" name="Google Shape;1036;g2fa2707f2fe_2_502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, Image Right">
  <p:cSld name="Title, Content, Image Right"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2fa2707f2fe_2_512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5593774" cy="2043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9" name="Google Shape;1039;g2fa2707f2fe_2_512"/>
          <p:cNvSpPr txBox="1">
            <a:spLocks noGrp="1"/>
          </p:cNvSpPr>
          <p:nvPr>
            <p:ph type="body" idx="1"/>
          </p:nvPr>
        </p:nvSpPr>
        <p:spPr>
          <a:xfrm>
            <a:off x="723899" y="2620800"/>
            <a:ext cx="5593774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0" name="Google Shape;1040;g2fa2707f2fe_2_512"/>
          <p:cNvSpPr txBox="1">
            <a:spLocks noGrp="1"/>
          </p:cNvSpPr>
          <p:nvPr>
            <p:ph type="body" idx="2"/>
          </p:nvPr>
        </p:nvSpPr>
        <p:spPr>
          <a:xfrm>
            <a:off x="723899" y="292099"/>
            <a:ext cx="5593773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1" name="Google Shape;1041;g2fa2707f2fe_2_512"/>
          <p:cNvSpPr>
            <a:spLocks noGrp="1"/>
          </p:cNvSpPr>
          <p:nvPr>
            <p:ph type="pic" idx="3"/>
          </p:nvPr>
        </p:nvSpPr>
        <p:spPr>
          <a:xfrm>
            <a:off x="7080000" y="0"/>
            <a:ext cx="511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2" name="Google Shape;1042;g2fa2707f2fe_2_512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, Content Image Right">
  <p:cSld name="Title, Sub, Content Image Right"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2fa2707f2fe_2_518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5593774" cy="1268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5" name="Google Shape;1045;g2fa2707f2fe_2_518"/>
          <p:cNvSpPr txBox="1">
            <a:spLocks noGrp="1"/>
          </p:cNvSpPr>
          <p:nvPr>
            <p:ph type="body" idx="1"/>
          </p:nvPr>
        </p:nvSpPr>
        <p:spPr>
          <a:xfrm>
            <a:off x="723899" y="2620800"/>
            <a:ext cx="5593774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6" name="Google Shape;1046;g2fa2707f2fe_2_518"/>
          <p:cNvSpPr txBox="1">
            <a:spLocks noGrp="1"/>
          </p:cNvSpPr>
          <p:nvPr>
            <p:ph type="body" idx="2"/>
          </p:nvPr>
        </p:nvSpPr>
        <p:spPr>
          <a:xfrm>
            <a:off x="723899" y="292099"/>
            <a:ext cx="5593773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7" name="Google Shape;1047;g2fa2707f2fe_2_518"/>
          <p:cNvSpPr txBox="1">
            <a:spLocks noGrp="1"/>
          </p:cNvSpPr>
          <p:nvPr>
            <p:ph type="body" idx="3"/>
          </p:nvPr>
        </p:nvSpPr>
        <p:spPr>
          <a:xfrm>
            <a:off x="723899" y="1977445"/>
            <a:ext cx="5593773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8" name="Google Shape;1048;g2fa2707f2fe_2_518"/>
          <p:cNvSpPr>
            <a:spLocks noGrp="1"/>
          </p:cNvSpPr>
          <p:nvPr>
            <p:ph type="pic" idx="4"/>
          </p:nvPr>
        </p:nvSpPr>
        <p:spPr>
          <a:xfrm>
            <a:off x="7080000" y="0"/>
            <a:ext cx="511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9" name="Google Shape;1049;g2fa2707f2fe_2_518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0" name="Google Shape;1050;g2fa2707f2fe_2_518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, Image Left">
  <p:cSld name="Title, Content, Image Left"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2fa2707f2fe_2_526"/>
          <p:cNvSpPr txBox="1">
            <a:spLocks noGrp="1"/>
          </p:cNvSpPr>
          <p:nvPr>
            <p:ph type="title"/>
          </p:nvPr>
        </p:nvSpPr>
        <p:spPr>
          <a:xfrm>
            <a:off x="5690757" y="577128"/>
            <a:ext cx="4012043" cy="2043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3" name="Google Shape;1053;g2fa2707f2fe_2_526"/>
          <p:cNvSpPr txBox="1">
            <a:spLocks noGrp="1"/>
          </p:cNvSpPr>
          <p:nvPr>
            <p:ph type="body" idx="1"/>
          </p:nvPr>
        </p:nvSpPr>
        <p:spPr>
          <a:xfrm>
            <a:off x="5690757" y="2620800"/>
            <a:ext cx="5818908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4" name="Google Shape;1054;g2fa2707f2fe_2_526"/>
          <p:cNvSpPr txBox="1">
            <a:spLocks noGrp="1"/>
          </p:cNvSpPr>
          <p:nvPr>
            <p:ph type="body" idx="2"/>
          </p:nvPr>
        </p:nvSpPr>
        <p:spPr>
          <a:xfrm>
            <a:off x="5690757" y="292099"/>
            <a:ext cx="4012043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5" name="Google Shape;1055;g2fa2707f2fe_2_526"/>
          <p:cNvSpPr>
            <a:spLocks noGrp="1"/>
          </p:cNvSpPr>
          <p:nvPr>
            <p:ph type="pic" idx="3"/>
          </p:nvPr>
        </p:nvSpPr>
        <p:spPr>
          <a:xfrm>
            <a:off x="0" y="0"/>
            <a:ext cx="511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56" name="Google Shape;1056;g2fa2707f2fe_2_526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7" name="Google Shape;1057;g2fa2707f2fe_2_526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, Content Image Left">
  <p:cSld name="Title, Sub, Content Image Left"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2fa2707f2fe_2_533"/>
          <p:cNvSpPr txBox="1">
            <a:spLocks noGrp="1"/>
          </p:cNvSpPr>
          <p:nvPr>
            <p:ph type="title"/>
          </p:nvPr>
        </p:nvSpPr>
        <p:spPr>
          <a:xfrm>
            <a:off x="5690757" y="577128"/>
            <a:ext cx="4014000" cy="1268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0" name="Google Shape;1060;g2fa2707f2fe_2_533"/>
          <p:cNvSpPr txBox="1">
            <a:spLocks noGrp="1"/>
          </p:cNvSpPr>
          <p:nvPr>
            <p:ph type="body" idx="1"/>
          </p:nvPr>
        </p:nvSpPr>
        <p:spPr>
          <a:xfrm>
            <a:off x="5690757" y="2620800"/>
            <a:ext cx="5818908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1" name="Google Shape;1061;g2fa2707f2fe_2_533"/>
          <p:cNvSpPr txBox="1">
            <a:spLocks noGrp="1"/>
          </p:cNvSpPr>
          <p:nvPr>
            <p:ph type="body" idx="2"/>
          </p:nvPr>
        </p:nvSpPr>
        <p:spPr>
          <a:xfrm>
            <a:off x="5690758" y="292099"/>
            <a:ext cx="4014000" cy="22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2" name="Google Shape;1062;g2fa2707f2fe_2_533"/>
          <p:cNvSpPr txBox="1">
            <a:spLocks noGrp="1"/>
          </p:cNvSpPr>
          <p:nvPr>
            <p:ph type="body" idx="3"/>
          </p:nvPr>
        </p:nvSpPr>
        <p:spPr>
          <a:xfrm>
            <a:off x="5690757" y="1977445"/>
            <a:ext cx="5818908" cy="5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 cap="none"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3" name="Google Shape;1063;g2fa2707f2fe_2_533"/>
          <p:cNvSpPr>
            <a:spLocks noGrp="1"/>
          </p:cNvSpPr>
          <p:nvPr>
            <p:ph type="pic" idx="4"/>
          </p:nvPr>
        </p:nvSpPr>
        <p:spPr>
          <a:xfrm>
            <a:off x="0" y="0"/>
            <a:ext cx="511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64" name="Google Shape;1064;g2fa2707f2fe_2_533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5" name="Google Shape;1065;g2fa2707f2fe_2_533"/>
          <p:cNvSpPr txBox="1"/>
          <p:nvPr/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2fa2707f2fe_2_541"/>
          <p:cNvSpPr txBox="1">
            <a:spLocks noGrp="1"/>
          </p:cNvSpPr>
          <p:nvPr>
            <p:ph type="title"/>
          </p:nvPr>
        </p:nvSpPr>
        <p:spPr>
          <a:xfrm>
            <a:off x="648000" y="524495"/>
            <a:ext cx="9178388" cy="117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8" name="Google Shape;1068;g2fa2707f2fe_2_541"/>
          <p:cNvSpPr txBox="1">
            <a:spLocks noGrp="1"/>
          </p:cNvSpPr>
          <p:nvPr>
            <p:ph type="body" idx="1"/>
          </p:nvPr>
        </p:nvSpPr>
        <p:spPr>
          <a:xfrm>
            <a:off x="648000" y="205437"/>
            <a:ext cx="9178387" cy="246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2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69" name="Google Shape;1069;g2fa2707f2fe_2_541"/>
          <p:cNvSpPr txBox="1">
            <a:spLocks noGrp="1"/>
          </p:cNvSpPr>
          <p:nvPr>
            <p:ph type="body" idx="2"/>
          </p:nvPr>
        </p:nvSpPr>
        <p:spPr>
          <a:xfrm>
            <a:off x="647999" y="2008417"/>
            <a:ext cx="5029469" cy="384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70" name="Google Shape;1070;g2fa2707f2fe_2_541"/>
          <p:cNvSpPr txBox="1">
            <a:spLocks noGrp="1"/>
          </p:cNvSpPr>
          <p:nvPr>
            <p:ph type="body" idx="3"/>
          </p:nvPr>
        </p:nvSpPr>
        <p:spPr>
          <a:xfrm>
            <a:off x="647999" y="2514671"/>
            <a:ext cx="5015821" cy="35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71" name="Google Shape;1071;g2fa2707f2fe_2_541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0.xml"/><Relationship Id="rId18" Type="http://schemas.openxmlformats.org/officeDocument/2006/relationships/slideLayout" Target="../slideLayouts/slideLayout65.xml"/><Relationship Id="rId26" Type="http://schemas.openxmlformats.org/officeDocument/2006/relationships/slideLayout" Target="../slideLayouts/slideLayout73.xml"/><Relationship Id="rId39" Type="http://schemas.openxmlformats.org/officeDocument/2006/relationships/slideLayout" Target="../slideLayouts/slideLayout86.xml"/><Relationship Id="rId21" Type="http://schemas.openxmlformats.org/officeDocument/2006/relationships/slideLayout" Target="../slideLayouts/slideLayout68.xml"/><Relationship Id="rId34" Type="http://schemas.openxmlformats.org/officeDocument/2006/relationships/slideLayout" Target="../slideLayouts/slideLayout81.xml"/><Relationship Id="rId42" Type="http://schemas.openxmlformats.org/officeDocument/2006/relationships/slideLayout" Target="../slideLayouts/slideLayout89.xml"/><Relationship Id="rId47" Type="http://schemas.openxmlformats.org/officeDocument/2006/relationships/slideLayout" Target="../slideLayouts/slideLayout94.xml"/><Relationship Id="rId50" Type="http://schemas.openxmlformats.org/officeDocument/2006/relationships/slideLayout" Target="../slideLayouts/slideLayout97.xml"/><Relationship Id="rId7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63.xml"/><Relationship Id="rId29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58.xml"/><Relationship Id="rId24" Type="http://schemas.openxmlformats.org/officeDocument/2006/relationships/slideLayout" Target="../slideLayouts/slideLayout71.xml"/><Relationship Id="rId32" Type="http://schemas.openxmlformats.org/officeDocument/2006/relationships/slideLayout" Target="../slideLayouts/slideLayout79.xml"/><Relationship Id="rId37" Type="http://schemas.openxmlformats.org/officeDocument/2006/relationships/slideLayout" Target="../slideLayouts/slideLayout84.xml"/><Relationship Id="rId40" Type="http://schemas.openxmlformats.org/officeDocument/2006/relationships/slideLayout" Target="../slideLayouts/slideLayout87.xml"/><Relationship Id="rId45" Type="http://schemas.openxmlformats.org/officeDocument/2006/relationships/slideLayout" Target="../slideLayouts/slideLayout92.xml"/><Relationship Id="rId5" Type="http://schemas.openxmlformats.org/officeDocument/2006/relationships/slideLayout" Target="../slideLayouts/slideLayout52.xml"/><Relationship Id="rId15" Type="http://schemas.openxmlformats.org/officeDocument/2006/relationships/slideLayout" Target="../slideLayouts/slideLayout62.xml"/><Relationship Id="rId23" Type="http://schemas.openxmlformats.org/officeDocument/2006/relationships/slideLayout" Target="../slideLayouts/slideLayout70.xml"/><Relationship Id="rId28" Type="http://schemas.openxmlformats.org/officeDocument/2006/relationships/slideLayout" Target="../slideLayouts/slideLayout75.xml"/><Relationship Id="rId36" Type="http://schemas.openxmlformats.org/officeDocument/2006/relationships/slideLayout" Target="../slideLayouts/slideLayout83.xml"/><Relationship Id="rId49" Type="http://schemas.openxmlformats.org/officeDocument/2006/relationships/slideLayout" Target="../slideLayouts/slideLayout96.xml"/><Relationship Id="rId10" Type="http://schemas.openxmlformats.org/officeDocument/2006/relationships/slideLayout" Target="../slideLayouts/slideLayout57.xml"/><Relationship Id="rId19" Type="http://schemas.openxmlformats.org/officeDocument/2006/relationships/slideLayout" Target="../slideLayouts/slideLayout66.xml"/><Relationship Id="rId31" Type="http://schemas.openxmlformats.org/officeDocument/2006/relationships/slideLayout" Target="../slideLayouts/slideLayout78.xml"/><Relationship Id="rId44" Type="http://schemas.openxmlformats.org/officeDocument/2006/relationships/slideLayout" Target="../slideLayouts/slideLayout91.xml"/><Relationship Id="rId52" Type="http://schemas.openxmlformats.org/officeDocument/2006/relationships/image" Target="../media/image1.png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61.xml"/><Relationship Id="rId22" Type="http://schemas.openxmlformats.org/officeDocument/2006/relationships/slideLayout" Target="../slideLayouts/slideLayout69.xml"/><Relationship Id="rId27" Type="http://schemas.openxmlformats.org/officeDocument/2006/relationships/slideLayout" Target="../slideLayouts/slideLayout74.xml"/><Relationship Id="rId30" Type="http://schemas.openxmlformats.org/officeDocument/2006/relationships/slideLayout" Target="../slideLayouts/slideLayout77.xml"/><Relationship Id="rId35" Type="http://schemas.openxmlformats.org/officeDocument/2006/relationships/slideLayout" Target="../slideLayouts/slideLayout82.xml"/><Relationship Id="rId43" Type="http://schemas.openxmlformats.org/officeDocument/2006/relationships/slideLayout" Target="../slideLayouts/slideLayout90.xml"/><Relationship Id="rId48" Type="http://schemas.openxmlformats.org/officeDocument/2006/relationships/slideLayout" Target="../slideLayouts/slideLayout95.xml"/><Relationship Id="rId8" Type="http://schemas.openxmlformats.org/officeDocument/2006/relationships/slideLayout" Target="../slideLayouts/slideLayout55.xml"/><Relationship Id="rId51" Type="http://schemas.openxmlformats.org/officeDocument/2006/relationships/theme" Target="../theme/theme2.xml"/><Relationship Id="rId3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9.xml"/><Relationship Id="rId17" Type="http://schemas.openxmlformats.org/officeDocument/2006/relationships/slideLayout" Target="../slideLayouts/slideLayout64.xml"/><Relationship Id="rId25" Type="http://schemas.openxmlformats.org/officeDocument/2006/relationships/slideLayout" Target="../slideLayouts/slideLayout72.xml"/><Relationship Id="rId33" Type="http://schemas.openxmlformats.org/officeDocument/2006/relationships/slideLayout" Target="../slideLayouts/slideLayout80.xml"/><Relationship Id="rId38" Type="http://schemas.openxmlformats.org/officeDocument/2006/relationships/slideLayout" Target="../slideLayouts/slideLayout85.xml"/><Relationship Id="rId46" Type="http://schemas.openxmlformats.org/officeDocument/2006/relationships/slideLayout" Target="../slideLayouts/slideLayout93.xml"/><Relationship Id="rId20" Type="http://schemas.openxmlformats.org/officeDocument/2006/relationships/slideLayout" Target="../slideLayouts/slideLayout67.xml"/><Relationship Id="rId41" Type="http://schemas.openxmlformats.org/officeDocument/2006/relationships/slideLayout" Target="../slideLayouts/slideLayout88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723899" y="577127"/>
            <a:ext cx="8830648" cy="2043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723899" y="2620800"/>
            <a:ext cx="10515600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D6EE4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D6EE4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D6EE4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D6EE4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D6EE4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14"/>
          <p:cNvSpPr txBox="1"/>
          <p:nvPr/>
        </p:nvSpPr>
        <p:spPr>
          <a:xfrm>
            <a:off x="3467099" y="6429088"/>
            <a:ext cx="8042566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Confidential Information – For intended recipients only. Apexon, Copyright © 2024.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14"/>
          <p:cNvPicPr preferRelativeResize="0"/>
          <p:nvPr/>
        </p:nvPicPr>
        <p:blipFill rotWithShape="1">
          <a:blip r:embed="rId49">
            <a:alphaModFix/>
          </a:blip>
          <a:srcRect/>
          <a:stretch/>
        </p:blipFill>
        <p:spPr>
          <a:xfrm>
            <a:off x="10397287" y="354749"/>
            <a:ext cx="1112377" cy="29248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2fa2707f2fe_2_0"/>
          <p:cNvSpPr txBox="1">
            <a:spLocks noGrp="1"/>
          </p:cNvSpPr>
          <p:nvPr>
            <p:ph type="title"/>
          </p:nvPr>
        </p:nvSpPr>
        <p:spPr>
          <a:xfrm>
            <a:off x="723899" y="577127"/>
            <a:ext cx="8830648" cy="2043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7" name="Google Shape;527;g2fa2707f2fe_2_0"/>
          <p:cNvSpPr txBox="1">
            <a:spLocks noGrp="1"/>
          </p:cNvSpPr>
          <p:nvPr>
            <p:ph type="body" idx="1"/>
          </p:nvPr>
        </p:nvSpPr>
        <p:spPr>
          <a:xfrm>
            <a:off x="723899" y="2620800"/>
            <a:ext cx="10515600" cy="3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D6EE4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D6EE4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D6EE4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D6EE4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D6EE4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8" name="Google Shape;528;g2fa2707f2fe_2_0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9" name="Google Shape;529;g2fa2707f2fe_2_0"/>
          <p:cNvSpPr txBox="1"/>
          <p:nvPr/>
        </p:nvSpPr>
        <p:spPr>
          <a:xfrm>
            <a:off x="3467099" y="6429088"/>
            <a:ext cx="8042566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Confidential Information – For intended recipients only. Apexon, Copyright © 2024.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0" name="Google Shape;530;g2fa2707f2fe_2_0"/>
          <p:cNvPicPr preferRelativeResize="0"/>
          <p:nvPr/>
        </p:nvPicPr>
        <p:blipFill rotWithShape="1">
          <a:blip r:embed="rId52">
            <a:alphaModFix/>
          </a:blip>
          <a:srcRect/>
          <a:stretch/>
        </p:blipFill>
        <p:spPr>
          <a:xfrm>
            <a:off x="10397287" y="354749"/>
            <a:ext cx="1112377" cy="29248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  <p:sldLayoutId id="2147483717" r:id="rId21"/>
    <p:sldLayoutId id="2147483718" r:id="rId22"/>
    <p:sldLayoutId id="2147483719" r:id="rId23"/>
    <p:sldLayoutId id="2147483720" r:id="rId24"/>
    <p:sldLayoutId id="2147483721" r:id="rId25"/>
    <p:sldLayoutId id="2147483722" r:id="rId26"/>
    <p:sldLayoutId id="2147483723" r:id="rId27"/>
    <p:sldLayoutId id="2147483724" r:id="rId28"/>
    <p:sldLayoutId id="2147483725" r:id="rId29"/>
    <p:sldLayoutId id="2147483726" r:id="rId30"/>
    <p:sldLayoutId id="2147483727" r:id="rId31"/>
    <p:sldLayoutId id="2147483728" r:id="rId32"/>
    <p:sldLayoutId id="2147483729" r:id="rId33"/>
    <p:sldLayoutId id="2147483730" r:id="rId34"/>
    <p:sldLayoutId id="2147483731" r:id="rId35"/>
    <p:sldLayoutId id="2147483732" r:id="rId36"/>
    <p:sldLayoutId id="2147483733" r:id="rId37"/>
    <p:sldLayoutId id="2147483734" r:id="rId38"/>
    <p:sldLayoutId id="2147483735" r:id="rId39"/>
    <p:sldLayoutId id="2147483736" r:id="rId40"/>
    <p:sldLayoutId id="2147483737" r:id="rId41"/>
    <p:sldLayoutId id="2147483738" r:id="rId42"/>
    <p:sldLayoutId id="2147483739" r:id="rId43"/>
    <p:sldLayoutId id="2147483740" r:id="rId44"/>
    <p:sldLayoutId id="2147483741" r:id="rId45"/>
    <p:sldLayoutId id="2147483742" r:id="rId46"/>
    <p:sldLayoutId id="2147483743" r:id="rId47"/>
    <p:sldLayoutId id="2147483744" r:id="rId48"/>
    <p:sldLayoutId id="2147483745" r:id="rId49"/>
    <p:sldLayoutId id="2147483746" r:id="rId5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splahd-my.sharepoint.com/:f:/g/personal/marketingdrive_apexon_com/EnZK9Z2mPPtGnoz-xzXekXkBV-TzVfe3luZelJNcYVnozw?e=ImKwG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splahd-my.sharepoint.com/:f:/g/personal/marketingdrive_apexon_com/Euecge1r3shNoS1ITMPVYucBBNKCU74wz_CmDAxdcggxPA?e=J6XMNW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splahd-my.sharepoint.com/:f:/g/personal/marketingdrive_apexon_com/EnZK9Z2mPPtGnoz-xzXekXkBV-TzVfe3luZelJNcYVnozw?e=ImKwGy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isplahd-my.sharepoint.com/:f:/g/personal/marketingdrive_apexon_com/Euecge1r3shNoS1ITMPVYucBBNKCU74wz_CmDAxdcggxPA?e=J6XMNW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report.com/statistics/software-web/chatbot-statistics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hyperlink" Target="https://exactitudeconsultancy.com/reports/41154/artificial-intelligence-chatbots-market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vespcro.com/blog/chatbots-customer-service/" TargetMode="External"/><Relationship Id="rId3" Type="http://schemas.openxmlformats.org/officeDocument/2006/relationships/image" Target="../media/image19.png"/><Relationship Id="rId7" Type="http://schemas.openxmlformats.org/officeDocument/2006/relationships/hyperlink" Target="https://www.gartner.com/en/newsroom/press-releases/2022-07-27-gartner-predicts-chatbots-will-become-a-primary-customer-service-channel-within-five-year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nbc.com/2017/05/09/chatbots-expected-to-cut-business-costs-by-8-billion-by-2022.html" TargetMode="External"/><Relationship Id="rId5" Type="http://schemas.openxmlformats.org/officeDocument/2006/relationships/hyperlink" Target="https://www.juniperresearch.com/press/press-releases/chatbots-to-deliver-11bn-cost-savings-2023" TargetMode="External"/><Relationship Id="rId4" Type="http://schemas.openxmlformats.org/officeDocument/2006/relationships/hyperlink" Target="https://finance.yahoo.com/news/global-chatbot-market-size-exceed-080000758.html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hyperlink" Target="https://icons8.com/icon/qFpJLw42Vi78/broker" TargetMode="External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splahd-my.sharepoint.com/:f:/g/personal/marketingdrive_apexon_com/EnZK9Z2mPPtGnoz-xzXekXkBV-TzVfe3luZelJNcYVnozw?e=ImKwGy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isplahd-my.sharepoint.com/:f:/g/personal/marketingdrive_apexon_com/Euecge1r3shNoS1ITMPVYucBBNKCU74wz_CmDAxdcggxPA?e=J6XMNW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8.png"/><Relationship Id="rId7" Type="http://schemas.openxmlformats.org/officeDocument/2006/relationships/hyperlink" Target="https://creativecommons.org/licenses/by-sa/3.0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8.xml"/><Relationship Id="rId6" Type="http://schemas.openxmlformats.org/officeDocument/2006/relationships/hyperlink" Target="https://en.wikiversity.org/wiki/Python" TargetMode="External"/><Relationship Id="rId11" Type="http://schemas.openxmlformats.org/officeDocument/2006/relationships/image" Target="../media/image34.png"/><Relationship Id="rId5" Type="http://schemas.openxmlformats.org/officeDocument/2006/relationships/image" Target="../media/image30.png"/><Relationship Id="rId10" Type="http://schemas.openxmlformats.org/officeDocument/2006/relationships/image" Target="../media/image33.png"/><Relationship Id="rId4" Type="http://schemas.openxmlformats.org/officeDocument/2006/relationships/image" Target="../media/image29.png"/><Relationship Id="rId9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5.png"/><Relationship Id="rId7" Type="http://schemas.openxmlformats.org/officeDocument/2006/relationships/image" Target="../media/image3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11" Type="http://schemas.openxmlformats.org/officeDocument/2006/relationships/image" Target="../media/image34.png"/><Relationship Id="rId5" Type="http://schemas.openxmlformats.org/officeDocument/2006/relationships/image" Target="../media/image37.png"/><Relationship Id="rId10" Type="http://schemas.openxmlformats.org/officeDocument/2006/relationships/image" Target="../media/image41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52.png"/><Relationship Id="rId5" Type="http://schemas.openxmlformats.org/officeDocument/2006/relationships/image" Target="../media/image51.jpg"/><Relationship Id="rId4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isplahd-my.sharepoint.com/:f:/g/personal/marketingdrive_apexon_com/EnZK9Z2mPPtGnoz-xzXekXkBV-TzVfe3luZelJNcYVnozw?e=ImKwGy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isplahd-my.sharepoint.com/:f:/g/personal/marketingdrive_apexon_com/Euecge1r3shNoS1ITMPVYucBBNKCU74wz_CmDAxdcggxPA?e=J6XMNW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1"/>
          <p:cNvSpPr txBox="1">
            <a:spLocks noGrp="1"/>
          </p:cNvSpPr>
          <p:nvPr>
            <p:ph type="ctrTitle"/>
          </p:nvPr>
        </p:nvSpPr>
        <p:spPr>
          <a:xfrm>
            <a:off x="694800" y="1747650"/>
            <a:ext cx="5794800" cy="1657200"/>
          </a:xfrm>
          <a:prstGeom prst="rect">
            <a:avLst/>
          </a:prstGeom>
          <a:noFill/>
          <a:ln>
            <a:noFill/>
          </a:ln>
          <a:effectLst>
            <a:outerShdw blurRad="57150" dist="47625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/>
              <a:t>ApexBot</a:t>
            </a:r>
            <a:endParaRPr/>
          </a:p>
        </p:txBody>
      </p:sp>
      <p:sp>
        <p:nvSpPr>
          <p:cNvPr id="1078" name="Google Shape;1078;p1"/>
          <p:cNvSpPr txBox="1">
            <a:spLocks noGrp="1"/>
          </p:cNvSpPr>
          <p:nvPr>
            <p:ph type="subTitle" idx="1"/>
          </p:nvPr>
        </p:nvSpPr>
        <p:spPr>
          <a:xfrm>
            <a:off x="694800" y="3572225"/>
            <a:ext cx="7369800" cy="638400"/>
          </a:xfrm>
          <a:prstGeom prst="rect">
            <a:avLst/>
          </a:prstGeom>
          <a:noFill/>
          <a:ln>
            <a:noFill/>
          </a:ln>
          <a:effectLst>
            <a:outerShdw blurRad="57150" dist="47625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Optimizing UX by Accelerating Query Resolutions</a:t>
            </a:r>
            <a:endParaRPr/>
          </a:p>
        </p:txBody>
      </p:sp>
      <p:sp>
        <p:nvSpPr>
          <p:cNvPr id="1079" name="Google Shape;1079;p1"/>
          <p:cNvSpPr/>
          <p:nvPr/>
        </p:nvSpPr>
        <p:spPr>
          <a:xfrm>
            <a:off x="0" y="7014679"/>
            <a:ext cx="5334000" cy="1035308"/>
          </a:xfrm>
          <a:prstGeom prst="roundRect">
            <a:avLst>
              <a:gd name="adj" fmla="val 437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select an alternate cover image do the following: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 click the link below and select: </a:t>
            </a:r>
            <a:r>
              <a:rPr lang="en-US" sz="1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Hyperlink &gt; Open Hyperlink</a:t>
            </a:r>
            <a:b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Choose Image</a:t>
            </a:r>
            <a:endParaRPr sz="12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Download the image you want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picture from your desktop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1"/>
          <p:cNvSpPr txBox="1"/>
          <p:nvPr/>
        </p:nvSpPr>
        <p:spPr>
          <a:xfrm>
            <a:off x="661375" y="4772303"/>
            <a:ext cx="6535500" cy="5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October 11</a:t>
            </a:r>
            <a:r>
              <a:rPr lang="en-US" sz="1600" b="0" i="0" u="none" strike="noStrike" cap="none" baseline="30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2024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1"/>
          <p:cNvSpPr/>
          <p:nvPr/>
        </p:nvSpPr>
        <p:spPr>
          <a:xfrm>
            <a:off x="-23088600" y="-16256000"/>
            <a:ext cx="491700" cy="327900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2"/>
          <p:cNvSpPr txBox="1">
            <a:spLocks noGrp="1"/>
          </p:cNvSpPr>
          <p:nvPr>
            <p:ph type="title"/>
          </p:nvPr>
        </p:nvSpPr>
        <p:spPr>
          <a:xfrm>
            <a:off x="784374" y="712400"/>
            <a:ext cx="25182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1087" name="Google Shape;1087;p2"/>
          <p:cNvSpPr txBox="1">
            <a:spLocks noGrp="1"/>
          </p:cNvSpPr>
          <p:nvPr>
            <p:ph type="body" idx="1"/>
          </p:nvPr>
        </p:nvSpPr>
        <p:spPr>
          <a:xfrm>
            <a:off x="760548" y="1858579"/>
            <a:ext cx="5459100" cy="3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2400" b="1"/>
          </a:p>
          <a:p>
            <a:pPr marL="584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AutoNum type="arabicPeriod"/>
            </a:pPr>
            <a:r>
              <a:rPr lang="en-US" sz="2400" b="1"/>
              <a:t>EXECUTIVE SUMMARY</a:t>
            </a:r>
            <a:endParaRPr/>
          </a:p>
          <a:p>
            <a:pPr marL="584200" lvl="0" indent="-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AutoNum type="arabicPeriod"/>
            </a:pPr>
            <a:r>
              <a:rPr lang="en-US" sz="2400" b="1"/>
              <a:t>MARKET ANALYSIS</a:t>
            </a:r>
            <a:endParaRPr/>
          </a:p>
          <a:p>
            <a:pPr marL="584200" lvl="0" indent="-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AutoNum type="arabicPeriod"/>
            </a:pPr>
            <a:r>
              <a:rPr lang="en-US" sz="2400" b="1"/>
              <a:t>SOLUTION DEEP-DIVE</a:t>
            </a:r>
            <a:endParaRPr/>
          </a:p>
          <a:p>
            <a:pPr marL="584200" lvl="0" indent="-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AutoNum type="arabicPeriod"/>
            </a:pPr>
            <a:r>
              <a:rPr lang="en-US" sz="2400" b="1"/>
              <a:t>LEARNINGS &amp; CHALLENGES</a:t>
            </a:r>
            <a:endParaRPr/>
          </a:p>
          <a:p>
            <a:pPr marL="584200" lvl="0" indent="-4572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2400"/>
              <a:buFont typeface="Arial"/>
              <a:buAutoNum type="arabicPeriod"/>
            </a:pPr>
            <a:r>
              <a:rPr lang="en-US" sz="2400" b="1"/>
              <a:t>NEXT STEPS</a:t>
            </a:r>
            <a:endParaRPr/>
          </a:p>
        </p:txBody>
      </p:sp>
      <p:pic>
        <p:nvPicPr>
          <p:cNvPr id="1088" name="Google Shape;108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48275" y="1116050"/>
            <a:ext cx="4759351" cy="4505775"/>
          </a:xfrm>
          <a:prstGeom prst="rect">
            <a:avLst/>
          </a:prstGeom>
          <a:noFill/>
          <a:ln>
            <a:noFill/>
          </a:ln>
          <a:effectLst>
            <a:reflection endPos="6000" dist="38100" dir="5400000" fadeDir="5400012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7"/>
          <p:cNvSpPr txBox="1">
            <a:spLocks noGrp="1"/>
          </p:cNvSpPr>
          <p:nvPr>
            <p:ph type="title"/>
          </p:nvPr>
        </p:nvSpPr>
        <p:spPr>
          <a:xfrm>
            <a:off x="799620" y="2788138"/>
            <a:ext cx="7748031" cy="1325563"/>
          </a:xfrm>
          <a:prstGeom prst="rect">
            <a:avLst/>
          </a:prstGeom>
          <a:noFill/>
          <a:ln>
            <a:noFill/>
          </a:ln>
          <a:effectLst>
            <a:outerShdw blurRad="57150" dist="47625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EXECUTIVE SUMMARY</a:t>
            </a:r>
            <a:endParaRPr/>
          </a:p>
        </p:txBody>
      </p:sp>
      <p:sp>
        <p:nvSpPr>
          <p:cNvPr id="1094" name="Google Shape;1094;p7"/>
          <p:cNvSpPr/>
          <p:nvPr/>
        </p:nvSpPr>
        <p:spPr>
          <a:xfrm>
            <a:off x="0" y="7014679"/>
            <a:ext cx="5334000" cy="1035308"/>
          </a:xfrm>
          <a:prstGeom prst="roundRect">
            <a:avLst>
              <a:gd name="adj" fmla="val 437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select an alternate cover image do the following: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 click the link below and select: </a:t>
            </a:r>
            <a:r>
              <a:rPr lang="en-US" sz="1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Hyperlink &gt; Open Hyperlink</a:t>
            </a:r>
            <a:b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Choose Image</a:t>
            </a:r>
            <a:endParaRPr sz="12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Download the image you want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picture from your desktop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7"/>
          <p:cNvSpPr txBox="1"/>
          <p:nvPr/>
        </p:nvSpPr>
        <p:spPr>
          <a:xfrm>
            <a:off x="682335" y="5914341"/>
            <a:ext cx="3752193" cy="338554"/>
          </a:xfrm>
          <a:prstGeom prst="rect">
            <a:avLst/>
          </a:prstGeom>
          <a:noFill/>
          <a:ln>
            <a:noFill/>
          </a:ln>
          <a:effectLst>
            <a:outerShdw blurRad="57150" dist="47625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enable #HumanFirstDIGITAL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2f99d3f5a6d_0_5"/>
          <p:cNvSpPr txBox="1">
            <a:spLocks noGrp="1"/>
          </p:cNvSpPr>
          <p:nvPr>
            <p:ph type="title"/>
          </p:nvPr>
        </p:nvSpPr>
        <p:spPr>
          <a:xfrm>
            <a:off x="595674" y="577128"/>
            <a:ext cx="88308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EXECUTIVE SUMMARY</a:t>
            </a:r>
            <a:endParaRPr/>
          </a:p>
        </p:txBody>
      </p:sp>
      <p:sp>
        <p:nvSpPr>
          <p:cNvPr id="1102" name="Google Shape;1102;g2f99d3f5a6d_0_5"/>
          <p:cNvSpPr txBox="1">
            <a:spLocks noGrp="1"/>
          </p:cNvSpPr>
          <p:nvPr>
            <p:ph type="body" idx="1"/>
          </p:nvPr>
        </p:nvSpPr>
        <p:spPr>
          <a:xfrm>
            <a:off x="632325" y="1335900"/>
            <a:ext cx="6749700" cy="514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1300" b="1"/>
              <a:t>SOLUTION OVERVIEW</a:t>
            </a:r>
            <a:endParaRPr sz="1300" b="1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en-US" sz="1300"/>
              <a:t>The Conversational AI Chatbot, </a:t>
            </a:r>
            <a:r>
              <a:rPr lang="en-US" sz="1300" b="1">
                <a:highlight>
                  <a:schemeClr val="lt1"/>
                </a:highlight>
              </a:rPr>
              <a:t>ApexBot</a:t>
            </a:r>
            <a:r>
              <a:rPr lang="en-US" sz="1300"/>
              <a:t>, harnesses AI to transform customer support, leveraging OpenAI's GPT-4-Turbo model and ChromaDB</a:t>
            </a:r>
            <a:endParaRPr sz="13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13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1300" b="1"/>
              <a:t>KEY FEATURES</a:t>
            </a:r>
            <a:endParaRPr sz="1300"/>
          </a:p>
          <a:p>
            <a:pPr marL="285750" lvl="0" indent="-2667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300"/>
              <a:buChar char="•"/>
            </a:pPr>
            <a:r>
              <a:rPr lang="en-US" sz="1300" b="1"/>
              <a:t>Instant Data Retrieval:</a:t>
            </a:r>
            <a:r>
              <a:rPr lang="en-US" sz="1300"/>
              <a:t> Rapid, accurate responses via vectorized embedding search.</a:t>
            </a:r>
            <a:endParaRPr sz="1300"/>
          </a:p>
          <a:p>
            <a:pPr marL="285750" lvl="0" indent="-2667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300"/>
              <a:buChar char="•"/>
            </a:pPr>
            <a:r>
              <a:rPr lang="en-US" sz="1300" b="1"/>
              <a:t>AI-Powered Conversations: </a:t>
            </a:r>
            <a:r>
              <a:rPr lang="en-US" sz="1300"/>
              <a:t>Contextual, human-like responses powered by GPT.  </a:t>
            </a:r>
            <a:endParaRPr sz="1300"/>
          </a:p>
          <a:p>
            <a:pPr marL="285750" lvl="0" indent="-2667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300"/>
              <a:buChar char="•"/>
            </a:pPr>
            <a:r>
              <a:rPr lang="en-US" sz="1300" b="1"/>
              <a:t>Enterprise Customization: </a:t>
            </a:r>
            <a:r>
              <a:rPr lang="en-US" sz="1300"/>
              <a:t>Adaptable in diverse applications such as customer service and knowledge management, using microservice architecture.</a:t>
            </a:r>
            <a:endParaRPr sz="13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endParaRPr sz="13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en-US" sz="1300" b="1"/>
              <a:t>POTENTIAL BUYER MARKETS</a:t>
            </a:r>
            <a:endParaRPr sz="1300"/>
          </a:p>
          <a:p>
            <a:pPr marL="285750" lvl="0" indent="-2667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300"/>
              <a:buChar char="•"/>
            </a:pPr>
            <a:r>
              <a:rPr lang="en-US" sz="1300"/>
              <a:t>E-Commerce</a:t>
            </a:r>
            <a:endParaRPr sz="1300"/>
          </a:p>
          <a:p>
            <a:pPr marL="285750" lvl="0" indent="-2667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300"/>
              <a:buChar char="•"/>
            </a:pPr>
            <a:r>
              <a:rPr lang="en-US" sz="1300"/>
              <a:t>Healthcare</a:t>
            </a:r>
            <a:endParaRPr sz="1300"/>
          </a:p>
          <a:p>
            <a:pPr marL="285750" lvl="0" indent="-2667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300"/>
              <a:buChar char="•"/>
            </a:pPr>
            <a:r>
              <a:rPr lang="en-US" sz="1300"/>
              <a:t>Finance</a:t>
            </a:r>
            <a:endParaRPr sz="13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endParaRPr sz="13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en-US" sz="1300" b="1"/>
              <a:t>MARKET VALUE OF AI CHATBOTS</a:t>
            </a:r>
            <a:endParaRPr sz="1300"/>
          </a:p>
          <a:p>
            <a:pPr marL="457200" lvl="0" indent="-3111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-US" sz="1300" b="1"/>
              <a:t>2023:</a:t>
            </a:r>
            <a:r>
              <a:rPr lang="en-US" sz="1300"/>
              <a:t> $5.39 billion</a:t>
            </a:r>
            <a:endParaRPr sz="1300"/>
          </a:p>
          <a:p>
            <a:pPr marL="457200" lvl="0" indent="-31115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1300"/>
              <a:buChar char="●"/>
            </a:pPr>
            <a:r>
              <a:rPr lang="en-US" sz="1300" b="1"/>
              <a:t>2033 (Projected):</a:t>
            </a:r>
            <a:r>
              <a:rPr lang="en-US" sz="1300"/>
              <a:t> $42.83 billion, CAGR of 23.5% (based on </a:t>
            </a:r>
            <a:r>
              <a:rPr lang="en-US" sz="1300" u="sng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statistics</a:t>
            </a:r>
            <a:r>
              <a:rPr lang="en-US" sz="1300"/>
              <a:t> &amp; </a:t>
            </a:r>
            <a:r>
              <a:rPr lang="en-US" sz="1300" u="sng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reports</a:t>
            </a:r>
            <a:r>
              <a:rPr lang="en-US" sz="1300"/>
              <a:t>)</a:t>
            </a:r>
            <a:endParaRPr sz="1300"/>
          </a:p>
        </p:txBody>
      </p:sp>
      <p:sp>
        <p:nvSpPr>
          <p:cNvPr id="1103" name="Google Shape;1103;g2f99d3f5a6d_0_5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20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104" name="Google Shape;1104;g2f99d3f5a6d_0_5"/>
          <p:cNvSpPr txBox="1"/>
          <p:nvPr/>
        </p:nvSpPr>
        <p:spPr>
          <a:xfrm>
            <a:off x="3233057" y="4305840"/>
            <a:ext cx="60960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Legal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730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Insurance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730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And more…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5" name="Google Shape;1105;g2f99d3f5a6d_0_5" descr="Cyber Chatbot Stock Illustrations – 7,381 Cyber Chatbot Stock  Illustrations, Vectors &amp; Clipart - Dreamstime - Page 21"/>
          <p:cNvPicPr preferRelativeResize="0"/>
          <p:nvPr/>
        </p:nvPicPr>
        <p:blipFill rotWithShape="1">
          <a:blip r:embed="rId5">
            <a:alphaModFix/>
          </a:blip>
          <a:srcRect l="17799" r="18309"/>
          <a:stretch/>
        </p:blipFill>
        <p:spPr>
          <a:xfrm>
            <a:off x="7555444" y="1423835"/>
            <a:ext cx="3974470" cy="4144567"/>
          </a:xfrm>
          <a:prstGeom prst="rect">
            <a:avLst/>
          </a:prstGeom>
          <a:noFill/>
          <a:ln>
            <a:noFill/>
          </a:ln>
          <a:effectLst>
            <a:outerShdw blurRad="71438" dist="76200" dir="378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8"/>
          <p:cNvSpPr txBox="1">
            <a:spLocks noGrp="1"/>
          </p:cNvSpPr>
          <p:nvPr>
            <p:ph type="title"/>
          </p:nvPr>
        </p:nvSpPr>
        <p:spPr>
          <a:xfrm>
            <a:off x="799620" y="2788138"/>
            <a:ext cx="7748031" cy="1325563"/>
          </a:xfrm>
          <a:prstGeom prst="rect">
            <a:avLst/>
          </a:prstGeom>
          <a:noFill/>
          <a:ln>
            <a:noFill/>
          </a:ln>
          <a:effectLst>
            <a:outerShdw blurRad="57150" dist="47625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/>
              <a:t>MARKET ANALYSIS</a:t>
            </a:r>
            <a:endParaRPr/>
          </a:p>
        </p:txBody>
      </p:sp>
      <p:sp>
        <p:nvSpPr>
          <p:cNvPr id="1111" name="Google Shape;1111;p8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1962" cy="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>
                <a:solidFill>
                  <a:schemeClr val="dk2"/>
                </a:solidFill>
              </a:rPr>
              <a:t>5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1112" name="Google Shape;1112;p8"/>
          <p:cNvSpPr txBox="1"/>
          <p:nvPr/>
        </p:nvSpPr>
        <p:spPr>
          <a:xfrm>
            <a:off x="682335" y="5914341"/>
            <a:ext cx="375219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enable #HumanFirstDIGITAL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2f99d3f5a6d_0_41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MARKET VALUE</a:t>
            </a:r>
            <a:endParaRPr/>
          </a:p>
        </p:txBody>
      </p:sp>
      <p:sp>
        <p:nvSpPr>
          <p:cNvPr id="1119" name="Google Shape;1119;g2f99d3f5a6d_0_41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20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120" name="Google Shape;1120;g2f99d3f5a6d_0_41"/>
          <p:cNvSpPr txBox="1"/>
          <p:nvPr/>
        </p:nvSpPr>
        <p:spPr>
          <a:xfrm>
            <a:off x="903720" y="5191434"/>
            <a:ext cx="461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2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1" name="Google Shape;1121;g2f99d3f5a6d_0_41"/>
          <p:cNvPicPr preferRelativeResize="0"/>
          <p:nvPr/>
        </p:nvPicPr>
        <p:blipFill rotWithShape="1">
          <a:blip r:embed="rId3">
            <a:alphaModFix/>
          </a:blip>
          <a:srcRect t="13524"/>
          <a:stretch/>
        </p:blipFill>
        <p:spPr>
          <a:xfrm>
            <a:off x="1208362" y="1604235"/>
            <a:ext cx="4770624" cy="2441714"/>
          </a:xfrm>
          <a:prstGeom prst="rect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122" name="Google Shape;1122;g2f99d3f5a6d_0_41"/>
          <p:cNvSpPr txBox="1"/>
          <p:nvPr/>
        </p:nvSpPr>
        <p:spPr>
          <a:xfrm>
            <a:off x="6871499" y="2131365"/>
            <a:ext cx="5366400" cy="1605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335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sng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Yahoo Finance</a:t>
            </a:r>
            <a:r>
              <a:rPr lang="en-US" sz="15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4" indent="-3238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US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2023 Market Size:</a:t>
            </a:r>
            <a:r>
              <a:rPr lang="en-US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$5.39 billion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3" indent="-3238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US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Projected 2033 Market Size:</a:t>
            </a:r>
            <a:r>
              <a:rPr lang="en-US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$42.83 billion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3" indent="-32385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US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Compound Annual Growth Rate (CAGR):</a:t>
            </a:r>
            <a:r>
              <a:rPr lang="en-US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23.03%</a:t>
            </a:r>
            <a:endParaRPr sz="1500" b="1" i="0" u="none" strike="noStrike" cap="none">
              <a:solidFill>
                <a:srgbClr val="2825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g2f99d3f5a6d_0_41"/>
          <p:cNvSpPr txBox="1">
            <a:spLocks noGrp="1"/>
          </p:cNvSpPr>
          <p:nvPr>
            <p:ph type="body" idx="6"/>
          </p:nvPr>
        </p:nvSpPr>
        <p:spPr>
          <a:xfrm>
            <a:off x="1208375" y="1754250"/>
            <a:ext cx="2363100" cy="5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r>
              <a:rPr lang="en-US" sz="1500">
                <a:solidFill>
                  <a:srgbClr val="083580"/>
                </a:solidFill>
              </a:rPr>
              <a:t>Global Projected Value</a:t>
            </a:r>
            <a:endParaRPr sz="1500">
              <a:solidFill>
                <a:srgbClr val="083580"/>
              </a:solidFill>
            </a:endParaRPr>
          </a:p>
        </p:txBody>
      </p:sp>
      <p:sp>
        <p:nvSpPr>
          <p:cNvPr id="1124" name="Google Shape;1124;g2f99d3f5a6d_0_41"/>
          <p:cNvSpPr txBox="1"/>
          <p:nvPr/>
        </p:nvSpPr>
        <p:spPr>
          <a:xfrm>
            <a:off x="583175" y="4903225"/>
            <a:ext cx="5815500" cy="1329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1" i="0" u="sng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Juniper Research</a:t>
            </a: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E-commerce transactions via chatbots to hit </a:t>
            </a: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$112B 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2024.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 b="1" i="0" u="sng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CNBC</a:t>
            </a: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2024, chatbots will manage </a:t>
            </a: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75-90% of customer requests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g2f99d3f5a6d_0_41"/>
          <p:cNvSpPr/>
          <p:nvPr/>
        </p:nvSpPr>
        <p:spPr>
          <a:xfrm>
            <a:off x="6222037" y="2768084"/>
            <a:ext cx="462000" cy="332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g2f99d3f5a6d_0_41"/>
          <p:cNvSpPr txBox="1"/>
          <p:nvPr/>
        </p:nvSpPr>
        <p:spPr>
          <a:xfrm>
            <a:off x="2903675" y="4343325"/>
            <a:ext cx="6612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Future of Conversational AI: Key Predictions</a:t>
            </a:r>
            <a:endParaRPr sz="16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g2f99d3f5a6d_0_41"/>
          <p:cNvSpPr txBox="1"/>
          <p:nvPr/>
        </p:nvSpPr>
        <p:spPr>
          <a:xfrm>
            <a:off x="6398575" y="4903213"/>
            <a:ext cx="5366400" cy="157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 b="1" i="0" u="sng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</a:t>
            </a: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2027, chatbots will be the main customer service channel for </a:t>
            </a: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25% of enterprises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 b="1" i="0" u="sng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Invespcro</a:t>
            </a: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Advanced chatbots cut customer service costs by </a:t>
            </a: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g2f99d3f5a6d_0_41"/>
          <p:cNvSpPr/>
          <p:nvPr/>
        </p:nvSpPr>
        <p:spPr>
          <a:xfrm>
            <a:off x="2903675" y="4349025"/>
            <a:ext cx="6333900" cy="4197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reflection endPos="18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2f99d3f5a6d_0_53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POTENTIAL BUYER MARKETS</a:t>
            </a:r>
            <a:endParaRPr/>
          </a:p>
        </p:txBody>
      </p:sp>
      <p:sp>
        <p:nvSpPr>
          <p:cNvPr id="1135" name="Google Shape;1135;g2f99d3f5a6d_0_53"/>
          <p:cNvSpPr txBox="1">
            <a:spLocks noGrp="1"/>
          </p:cNvSpPr>
          <p:nvPr>
            <p:ph type="body" idx="1"/>
          </p:nvPr>
        </p:nvSpPr>
        <p:spPr>
          <a:xfrm>
            <a:off x="1256100" y="1644412"/>
            <a:ext cx="4839900" cy="48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300" b="1"/>
              <a:t>E-Commerce  </a:t>
            </a:r>
            <a:endParaRPr/>
          </a:p>
          <a:p>
            <a:pPr marL="22860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300" b="1"/>
              <a:t>Use Case:</a:t>
            </a:r>
            <a:r>
              <a:rPr lang="en-US" sz="1300"/>
              <a:t> Customer support, product recs, order tracking</a:t>
            </a:r>
            <a:endParaRPr/>
          </a:p>
          <a:p>
            <a:pPr marL="22860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300" b="1"/>
              <a:t>Benefit: </a:t>
            </a:r>
            <a:r>
              <a:rPr lang="en-US" sz="1300"/>
              <a:t>Boost sales, reduce costs, enhance engagement.</a:t>
            </a:r>
            <a:endParaRPr/>
          </a:p>
          <a:p>
            <a:pPr marL="228600" lvl="0" indent="-1587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3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/>
              <a:t>Healthcare  </a:t>
            </a:r>
            <a:endParaRPr sz="1300" b="1"/>
          </a:p>
          <a:p>
            <a:pPr marL="171450" lvl="0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300" b="1"/>
              <a:t>   Use Case: </a:t>
            </a:r>
            <a:r>
              <a:rPr lang="en-US" sz="1300"/>
              <a:t>Appointment scheduling, treatment FAQs.  </a:t>
            </a:r>
            <a:endParaRPr sz="1300"/>
          </a:p>
          <a:p>
            <a:pPr marL="171450" lvl="0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300" b="1"/>
              <a:t>   Benefit:</a:t>
            </a:r>
            <a:r>
              <a:rPr lang="en-US" sz="1300"/>
              <a:t> Improves patient access, reduces admin workload.</a:t>
            </a:r>
            <a:endParaRPr/>
          </a:p>
          <a:p>
            <a:pPr marL="171450" lvl="0" indent="-101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3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/>
              <a:t>Financial Services  </a:t>
            </a:r>
            <a:endParaRPr sz="1300" b="1"/>
          </a:p>
          <a:p>
            <a:pPr marL="171450" lvl="0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300" b="1"/>
              <a:t>   Use Case: </a:t>
            </a:r>
            <a:r>
              <a:rPr lang="en-US" sz="1300"/>
              <a:t>Account queries, loan advice, transaction history.  </a:t>
            </a:r>
            <a:endParaRPr sz="1300"/>
          </a:p>
          <a:p>
            <a:pPr marL="171450" lvl="0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300"/>
              <a:t>  </a:t>
            </a:r>
            <a:r>
              <a:rPr lang="en-US" sz="1300" b="1"/>
              <a:t> Benefit: </a:t>
            </a:r>
            <a:r>
              <a:rPr lang="en-US" sz="1300"/>
              <a:t>Enhances user experience, offers 24/7 support.</a:t>
            </a:r>
            <a:endParaRPr/>
          </a:p>
          <a:p>
            <a:pPr marL="171450" lvl="0" indent="-101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3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/>
              <a:t>Real Estate  </a:t>
            </a:r>
            <a:endParaRPr sz="1300" b="1"/>
          </a:p>
          <a:p>
            <a:pPr marL="171450" lvl="0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300" b="1"/>
              <a:t>   Use Case: </a:t>
            </a:r>
            <a:r>
              <a:rPr lang="en-US" sz="1300"/>
              <a:t>Property inquiries, price details, scheduling tours.  </a:t>
            </a:r>
            <a:endParaRPr sz="1300"/>
          </a:p>
          <a:p>
            <a:pPr marL="171450" lvl="0" indent="-17145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Char char="•"/>
            </a:pPr>
            <a:r>
              <a:rPr lang="en-US" sz="1300" b="1"/>
              <a:t>   Benefit:</a:t>
            </a:r>
            <a:r>
              <a:rPr lang="en-US" sz="1300"/>
              <a:t> Increases lead generation, streamlines searches</a:t>
            </a:r>
            <a:endParaRPr sz="1300"/>
          </a:p>
        </p:txBody>
      </p:sp>
      <p:sp>
        <p:nvSpPr>
          <p:cNvPr id="1136" name="Google Shape;1136;g2f99d3f5a6d_0_53"/>
          <p:cNvSpPr txBox="1">
            <a:spLocks noGrp="1"/>
          </p:cNvSpPr>
          <p:nvPr>
            <p:ph type="body" idx="5"/>
          </p:nvPr>
        </p:nvSpPr>
        <p:spPr>
          <a:xfrm>
            <a:off x="7127500" y="1671200"/>
            <a:ext cx="4937700" cy="47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/>
              <a:t>Legal Services  </a:t>
            </a:r>
            <a:endParaRPr sz="1300" b="1"/>
          </a:p>
          <a:p>
            <a:pPr marL="171450" lvl="0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300" b="1"/>
              <a:t> Use Case: </a:t>
            </a:r>
            <a:r>
              <a:rPr lang="en-US" sz="1300"/>
              <a:t>Client queries, consultation scheduling.  </a:t>
            </a:r>
            <a:endParaRPr sz="1300"/>
          </a:p>
          <a:p>
            <a:pPr marL="171450" lvl="0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300" b="1"/>
              <a:t> Benefit:</a:t>
            </a:r>
            <a:r>
              <a:rPr lang="en-US" sz="1300"/>
              <a:t> Automates lead qualification, boosts efficiency.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3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/>
              <a:t>Insurance  </a:t>
            </a:r>
            <a:endParaRPr sz="1300" b="1"/>
          </a:p>
          <a:p>
            <a:pPr marL="171450" lvl="0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300" b="1"/>
              <a:t> Use Case:</a:t>
            </a:r>
            <a:r>
              <a:rPr lang="en-US" sz="1300"/>
              <a:t> Policy info, claims processing, quotes.  </a:t>
            </a:r>
            <a:endParaRPr sz="1300"/>
          </a:p>
          <a:p>
            <a:pPr marL="171450" lvl="0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300" b="1"/>
              <a:t> Benefit: </a:t>
            </a:r>
            <a:r>
              <a:rPr lang="en-US" sz="1300"/>
              <a:t>Speeds up claim handling, improves customer service.</a:t>
            </a:r>
            <a:endParaRPr/>
          </a:p>
          <a:p>
            <a:pPr marL="171450" lvl="0" indent="-101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3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/>
              <a:t>SaaS / Tech  </a:t>
            </a:r>
            <a:endParaRPr/>
          </a:p>
          <a:p>
            <a:pPr marL="171450" lvl="0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300" b="1"/>
              <a:t> Use Case: </a:t>
            </a:r>
            <a:r>
              <a:rPr lang="en-US" sz="1300"/>
              <a:t>Onboarding, technical support, troubleshooting.  </a:t>
            </a:r>
            <a:endParaRPr/>
          </a:p>
          <a:p>
            <a:pPr marL="171450" lvl="0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300" b="1"/>
              <a:t> Benefit: </a:t>
            </a:r>
            <a:r>
              <a:rPr lang="en-US" sz="1300"/>
              <a:t>Reduces support tickets, improves customer success.</a:t>
            </a:r>
            <a:endParaRPr/>
          </a:p>
          <a:p>
            <a:pPr marL="171450" lvl="0" indent="-101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3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/>
              <a:t>Non-Profit  </a:t>
            </a:r>
            <a:endParaRPr/>
          </a:p>
          <a:p>
            <a:pPr marL="171450" lvl="0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300" b="1"/>
              <a:t> Use Case: </a:t>
            </a:r>
            <a:r>
              <a:rPr lang="en-US" sz="1300"/>
              <a:t>Donations, volunteer inquiries, event info.  </a:t>
            </a:r>
            <a:endParaRPr/>
          </a:p>
          <a:p>
            <a:pPr marL="171450" lvl="0" indent="-17145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Char char="•"/>
            </a:pPr>
            <a:r>
              <a:rPr lang="en-US" sz="1300" b="1"/>
              <a:t> Benefit: </a:t>
            </a:r>
            <a:r>
              <a:rPr lang="en-US" sz="1300"/>
              <a:t>Engages donors, streamlines fundraising.</a:t>
            </a:r>
            <a:endParaRPr/>
          </a:p>
        </p:txBody>
      </p:sp>
      <p:sp>
        <p:nvSpPr>
          <p:cNvPr id="1137" name="Google Shape;1137;g2f99d3f5a6d_0_53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20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138" name="Google Shape;1138;g2f99d3f5a6d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" y="1804100"/>
            <a:ext cx="661375" cy="6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9" name="Google Shape;1139;g2f99d3f5a6d_0_53"/>
          <p:cNvPicPr preferRelativeResize="0"/>
          <p:nvPr/>
        </p:nvPicPr>
        <p:blipFill rotWithShape="1">
          <a:blip r:embed="rId4">
            <a:alphaModFix/>
          </a:blip>
          <a:srcRect t="-8280" b="8280"/>
          <a:stretch/>
        </p:blipFill>
        <p:spPr>
          <a:xfrm>
            <a:off x="239450" y="2799675"/>
            <a:ext cx="929875" cy="100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0" name="Google Shape;1140;g2f99d3f5a6d_0_53"/>
          <p:cNvSpPr txBox="1"/>
          <p:nvPr/>
        </p:nvSpPr>
        <p:spPr>
          <a:xfrm>
            <a:off x="968000" y="483995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uFill>
                <a:noFill/>
              </a:uFill>
              <a:hlinkClick r:id="rId5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41" name="Google Shape;1141;g2f99d3f5a6d_0_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3677" y="5338159"/>
            <a:ext cx="762450" cy="76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2" name="Google Shape;1142;g2f99d3f5a6d_0_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3163" y="4077500"/>
            <a:ext cx="762450" cy="76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3" name="Google Shape;1143;g2f99d3f5a6d_0_5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36676" y="1702200"/>
            <a:ext cx="750150" cy="75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4" name="Google Shape;1144;g2f99d3f5a6d_0_5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30526" y="2919163"/>
            <a:ext cx="762450" cy="76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5" name="Google Shape;1145;g2f99d3f5a6d_0_5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230525" y="4148438"/>
            <a:ext cx="762450" cy="76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6" name="Google Shape;1146;g2f99d3f5a6d_0_53"/>
          <p:cNvPicPr preferRelativeResize="0"/>
          <p:nvPr/>
        </p:nvPicPr>
        <p:blipFill rotWithShape="1">
          <a:blip r:embed="rId11">
            <a:alphaModFix/>
          </a:blip>
          <a:srcRect l="4390" r="-4390"/>
          <a:stretch/>
        </p:blipFill>
        <p:spPr>
          <a:xfrm>
            <a:off x="6345099" y="5377725"/>
            <a:ext cx="705750" cy="705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11"/>
          <p:cNvSpPr txBox="1">
            <a:spLocks noGrp="1"/>
          </p:cNvSpPr>
          <p:nvPr>
            <p:ph type="title"/>
          </p:nvPr>
        </p:nvSpPr>
        <p:spPr>
          <a:xfrm>
            <a:off x="799620" y="2788138"/>
            <a:ext cx="7748031" cy="1325563"/>
          </a:xfrm>
          <a:prstGeom prst="rect">
            <a:avLst/>
          </a:prstGeom>
          <a:noFill/>
          <a:ln>
            <a:noFill/>
          </a:ln>
          <a:effectLst>
            <a:outerShdw blurRad="57150" dist="47625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SOLUTION DEEP-DIVE </a:t>
            </a:r>
            <a:endParaRPr/>
          </a:p>
        </p:txBody>
      </p:sp>
      <p:sp>
        <p:nvSpPr>
          <p:cNvPr id="1152" name="Google Shape;1152;p11"/>
          <p:cNvSpPr/>
          <p:nvPr/>
        </p:nvSpPr>
        <p:spPr>
          <a:xfrm>
            <a:off x="0" y="7014679"/>
            <a:ext cx="5334000" cy="1035308"/>
          </a:xfrm>
          <a:prstGeom prst="roundRect">
            <a:avLst>
              <a:gd name="adj" fmla="val 437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select an alternate cover image do the following: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 click the link below and select: </a:t>
            </a:r>
            <a:r>
              <a:rPr lang="en-US" sz="1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Hyperlink &gt; Open Hyperlink</a:t>
            </a:r>
            <a:b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Choose Image</a:t>
            </a:r>
            <a:endParaRPr sz="12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Download the image you want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picture from your desktop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11"/>
          <p:cNvSpPr txBox="1"/>
          <p:nvPr/>
        </p:nvSpPr>
        <p:spPr>
          <a:xfrm>
            <a:off x="682335" y="5914341"/>
            <a:ext cx="3752193" cy="338554"/>
          </a:xfrm>
          <a:prstGeom prst="rect">
            <a:avLst/>
          </a:prstGeom>
          <a:noFill/>
          <a:ln>
            <a:noFill/>
          </a:ln>
          <a:effectLst>
            <a:outerShdw blurRad="57150" dist="47625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enable #HumanFirstDIGITAL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2fa2707f2fe_0_0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20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160" name="Google Shape;1160;g2fa2707f2fe_0_0"/>
          <p:cNvSpPr txBox="1">
            <a:spLocks noGrp="1"/>
          </p:cNvSpPr>
          <p:nvPr>
            <p:ph type="title" idx="4294967295"/>
          </p:nvPr>
        </p:nvSpPr>
        <p:spPr>
          <a:xfrm>
            <a:off x="519830" y="577850"/>
            <a:ext cx="8918400" cy="8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TECH STACK</a:t>
            </a:r>
            <a:endParaRPr/>
          </a:p>
        </p:txBody>
      </p:sp>
      <p:pic>
        <p:nvPicPr>
          <p:cNvPr id="1161" name="Google Shape;1161;g2fa2707f2fe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9568" y="1639429"/>
            <a:ext cx="433425" cy="4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2" name="Google Shape;1162;g2fa2707f2fe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39568" y="2301389"/>
            <a:ext cx="461999" cy="4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3" name="Google Shape;1163;g2fa2707f2fe_0_0" descr="A yellow and blue snak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39568" y="2989993"/>
            <a:ext cx="514549" cy="514549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g2fa2707f2fe_0_0"/>
          <p:cNvSpPr txBox="1"/>
          <p:nvPr/>
        </p:nvSpPr>
        <p:spPr>
          <a:xfrm>
            <a:off x="1333851" y="11132111"/>
            <a:ext cx="45600" cy="6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This Photo</a:t>
            </a: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Unknown Author is licensed under </a:t>
            </a:r>
            <a:r>
              <a:rPr lang="en-US" sz="9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CC BY-SA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5" name="Google Shape;1165;g2fa2707f2fe_0_0" descr="ChromaDB: An Overview. ChromaDB is a powerful vector ...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13292" y="4308277"/>
            <a:ext cx="514549" cy="523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6" name="Google Shape;1166;g2fa2707f2fe_0_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58176" y="5772101"/>
            <a:ext cx="486079" cy="486079"/>
          </a:xfrm>
          <a:prstGeom prst="rect">
            <a:avLst/>
          </a:prstGeom>
          <a:noFill/>
          <a:ln>
            <a:noFill/>
          </a:ln>
        </p:spPr>
      </p:pic>
      <p:sp>
        <p:nvSpPr>
          <p:cNvPr id="1167" name="Google Shape;1167;g2fa2707f2fe_0_0"/>
          <p:cNvSpPr txBox="1"/>
          <p:nvPr/>
        </p:nvSpPr>
        <p:spPr>
          <a:xfrm>
            <a:off x="3061110" y="1594552"/>
            <a:ext cx="7564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Drives conversational AI with advanced language models for nuanced query responses.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g2fa2707f2fe_0_0"/>
          <p:cNvSpPr txBox="1"/>
          <p:nvPr/>
        </p:nvSpPr>
        <p:spPr>
          <a:xfrm>
            <a:off x="3072810" y="2240208"/>
            <a:ext cx="7553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CSV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Facilitates initial data storage and quick data access during development phases.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g2fa2707f2fe_0_0"/>
          <p:cNvSpPr txBox="1"/>
          <p:nvPr/>
        </p:nvSpPr>
        <p:spPr>
          <a:xfrm>
            <a:off x="3089249" y="2908919"/>
            <a:ext cx="7564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Primary language for backend development, data processing, and script integration.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g2fa2707f2fe_0_0"/>
          <p:cNvSpPr txBox="1"/>
          <p:nvPr/>
        </p:nvSpPr>
        <p:spPr>
          <a:xfrm>
            <a:off x="3074900" y="3586498"/>
            <a:ext cx="7564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Streamlit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Builds interactive, dynamic user interfaces for enhanced end-user interaction.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g2fa2707f2fe_0_0"/>
          <p:cNvSpPr txBox="1"/>
          <p:nvPr/>
        </p:nvSpPr>
        <p:spPr>
          <a:xfrm>
            <a:off x="3089249" y="4255209"/>
            <a:ext cx="7553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Chroma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Manages and retrieves vectorized data embeddings for efficient, relevant data querying.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g2fa2707f2fe_0_0"/>
          <p:cNvSpPr txBox="1"/>
          <p:nvPr/>
        </p:nvSpPr>
        <p:spPr>
          <a:xfrm>
            <a:off x="3089249" y="4792171"/>
            <a:ext cx="75531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LangChain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Enables the integration of large language models with external data sources for enhanced reasoning and retrieval capabilities.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g2fa2707f2fe_0_0"/>
          <p:cNvSpPr txBox="1"/>
          <p:nvPr/>
        </p:nvSpPr>
        <p:spPr>
          <a:xfrm>
            <a:off x="3089249" y="5618225"/>
            <a:ext cx="75648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Selenium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Enables dynamic web scraping, interacting directly with web elements for real-time data extraction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4" name="Google Shape;1174;g2fa2707f2fe_0_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091996" y="3761678"/>
            <a:ext cx="562121" cy="30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g2fa2707f2fe_0_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037679" y="4884431"/>
            <a:ext cx="734095" cy="733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1" name="Google Shape;1181;g2f99d3f5a6d_0_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34270" y="1846456"/>
            <a:ext cx="1263205" cy="467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2" name="Google Shape;1182;g2f99d3f5a6d_0_65"/>
          <p:cNvPicPr preferRelativeResize="0"/>
          <p:nvPr/>
        </p:nvPicPr>
        <p:blipFill rotWithShape="1">
          <a:blip r:embed="rId4">
            <a:alphaModFix amt="14000"/>
          </a:blip>
          <a:srcRect/>
          <a:stretch/>
        </p:blipFill>
        <p:spPr>
          <a:xfrm>
            <a:off x="2392163" y="3011564"/>
            <a:ext cx="2086137" cy="2542060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g2f99d3f5a6d_0_65"/>
          <p:cNvSpPr/>
          <p:nvPr/>
        </p:nvSpPr>
        <p:spPr>
          <a:xfrm>
            <a:off x="2215025" y="2600275"/>
            <a:ext cx="2579100" cy="3527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lgDash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g2f99d3f5a6d_0_65"/>
          <p:cNvSpPr/>
          <p:nvPr/>
        </p:nvSpPr>
        <p:spPr>
          <a:xfrm>
            <a:off x="5674810" y="1600197"/>
            <a:ext cx="1582200" cy="1442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g2f99d3f5a6d_0_65"/>
          <p:cNvSpPr/>
          <p:nvPr/>
        </p:nvSpPr>
        <p:spPr>
          <a:xfrm>
            <a:off x="5558550" y="1481700"/>
            <a:ext cx="5584500" cy="1679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lgDash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g2f99d3f5a6d_0_65"/>
          <p:cNvSpPr/>
          <p:nvPr/>
        </p:nvSpPr>
        <p:spPr>
          <a:xfrm>
            <a:off x="5558550" y="4470950"/>
            <a:ext cx="5584500" cy="1679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lgDash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g2f99d3f5a6d_0_65"/>
          <p:cNvSpPr txBox="1">
            <a:spLocks noGrp="1"/>
          </p:cNvSpPr>
          <p:nvPr>
            <p:ph type="title"/>
          </p:nvPr>
        </p:nvSpPr>
        <p:spPr>
          <a:xfrm>
            <a:off x="723900" y="577127"/>
            <a:ext cx="8830500" cy="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SOLUTION ARCHITECTURE</a:t>
            </a:r>
            <a:endParaRPr/>
          </a:p>
        </p:txBody>
      </p:sp>
      <p:sp>
        <p:nvSpPr>
          <p:cNvPr id="1188" name="Google Shape;1188;g2f99d3f5a6d_0_65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20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189" name="Google Shape;1189;g2f99d3f5a6d_0_6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2700" y="3107219"/>
            <a:ext cx="684478" cy="6825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0" name="Google Shape;1190;g2f99d3f5a6d_0_65"/>
          <p:cNvCxnSpPr>
            <a:stCxn id="1189" idx="3"/>
          </p:cNvCxnSpPr>
          <p:nvPr/>
        </p:nvCxnSpPr>
        <p:spPr>
          <a:xfrm rot="10800000" flipH="1">
            <a:off x="1327178" y="3439518"/>
            <a:ext cx="888300" cy="9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91" name="Google Shape;1191;g2f99d3f5a6d_0_65"/>
          <p:cNvSpPr txBox="1"/>
          <p:nvPr/>
        </p:nvSpPr>
        <p:spPr>
          <a:xfrm>
            <a:off x="1464061" y="3108173"/>
            <a:ext cx="614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</a:t>
            </a:r>
            <a:endParaRPr sz="11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2" name="Google Shape;1192;g2f99d3f5a6d_0_65"/>
          <p:cNvCxnSpPr/>
          <p:nvPr/>
        </p:nvCxnSpPr>
        <p:spPr>
          <a:xfrm flipH="1">
            <a:off x="1308113" y="3639025"/>
            <a:ext cx="879300" cy="18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93" name="Google Shape;1193;g2f99d3f5a6d_0_65"/>
          <p:cNvCxnSpPr/>
          <p:nvPr/>
        </p:nvCxnSpPr>
        <p:spPr>
          <a:xfrm rot="10800000">
            <a:off x="4769175" y="5408375"/>
            <a:ext cx="913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1194" name="Google Shape;1194;g2f99d3f5a6d_0_6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35509" y="3216021"/>
            <a:ext cx="610702" cy="334415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g2f99d3f5a6d_0_65"/>
          <p:cNvSpPr txBox="1"/>
          <p:nvPr/>
        </p:nvSpPr>
        <p:spPr>
          <a:xfrm>
            <a:off x="2203142" y="3476692"/>
            <a:ext cx="90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Streamlit</a:t>
            </a:r>
            <a:endParaRPr sz="11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(FrontEnd)</a:t>
            </a:r>
            <a:endParaRPr sz="11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6" name="Google Shape;1196;g2f99d3f5a6d_0_65"/>
          <p:cNvCxnSpPr/>
          <p:nvPr/>
        </p:nvCxnSpPr>
        <p:spPr>
          <a:xfrm>
            <a:off x="3085008" y="3549868"/>
            <a:ext cx="788400" cy="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97" name="Google Shape;1197;g2f99d3f5a6d_0_65"/>
          <p:cNvSpPr txBox="1"/>
          <p:nvPr/>
        </p:nvSpPr>
        <p:spPr>
          <a:xfrm>
            <a:off x="3190038" y="3206224"/>
            <a:ext cx="610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</a:t>
            </a:r>
            <a:endParaRPr sz="11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8" name="Google Shape;1198;g2f99d3f5a6d_0_65"/>
          <p:cNvPicPr preferRelativeResize="0"/>
          <p:nvPr/>
        </p:nvPicPr>
        <p:blipFill rotWithShape="1">
          <a:blip r:embed="rId7">
            <a:alphaModFix/>
          </a:blip>
          <a:srcRect l="-1208" t="-2268" r="-1217" b="8512"/>
          <a:stretch/>
        </p:blipFill>
        <p:spPr>
          <a:xfrm>
            <a:off x="3945419" y="3142289"/>
            <a:ext cx="614118" cy="612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9" name="Google Shape;1199;g2f99d3f5a6d_0_65"/>
          <p:cNvPicPr preferRelativeResize="0"/>
          <p:nvPr/>
        </p:nvPicPr>
        <p:blipFill rotWithShape="1">
          <a:blip r:embed="rId7">
            <a:alphaModFix/>
          </a:blip>
          <a:srcRect l="-1208" t="-2268" r="-1217" b="8512"/>
          <a:stretch/>
        </p:blipFill>
        <p:spPr>
          <a:xfrm>
            <a:off x="3916619" y="4969909"/>
            <a:ext cx="614118" cy="612430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g2f99d3f5a6d_0_65"/>
          <p:cNvSpPr txBox="1"/>
          <p:nvPr/>
        </p:nvSpPr>
        <p:spPr>
          <a:xfrm>
            <a:off x="4623000" y="4852388"/>
            <a:ext cx="1100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 3 paragraphs</a:t>
            </a:r>
            <a:endParaRPr sz="11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g2f99d3f5a6d_0_65"/>
          <p:cNvSpPr txBox="1"/>
          <p:nvPr/>
        </p:nvSpPr>
        <p:spPr>
          <a:xfrm>
            <a:off x="3719351" y="3682595"/>
            <a:ext cx="1066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OpenAI Embeddings</a:t>
            </a:r>
            <a:endParaRPr sz="11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g2f99d3f5a6d_0_65"/>
          <p:cNvSpPr txBox="1"/>
          <p:nvPr/>
        </p:nvSpPr>
        <p:spPr>
          <a:xfrm>
            <a:off x="5392448" y="3554416"/>
            <a:ext cx="1125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Embedded Query Vector</a:t>
            </a:r>
            <a:endParaRPr sz="11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g2f99d3f5a6d_0_65"/>
          <p:cNvSpPr txBox="1"/>
          <p:nvPr/>
        </p:nvSpPr>
        <p:spPr>
          <a:xfrm>
            <a:off x="3661163" y="5487643"/>
            <a:ext cx="1125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OpenAI Completion</a:t>
            </a:r>
            <a:endParaRPr sz="11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g2f99d3f5a6d_0_65"/>
          <p:cNvSpPr txBox="1"/>
          <p:nvPr/>
        </p:nvSpPr>
        <p:spPr>
          <a:xfrm>
            <a:off x="2657956" y="4515360"/>
            <a:ext cx="84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endParaRPr sz="11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g2f99d3f5a6d_0_65"/>
          <p:cNvSpPr txBox="1"/>
          <p:nvPr/>
        </p:nvSpPr>
        <p:spPr>
          <a:xfrm>
            <a:off x="1394108" y="3634798"/>
            <a:ext cx="84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endParaRPr sz="11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g2f99d3f5a6d_0_65"/>
          <p:cNvSpPr/>
          <p:nvPr/>
        </p:nvSpPr>
        <p:spPr>
          <a:xfrm>
            <a:off x="5674810" y="4589459"/>
            <a:ext cx="1582200" cy="1442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g2f99d3f5a6d_0_65"/>
          <p:cNvSpPr txBox="1"/>
          <p:nvPr/>
        </p:nvSpPr>
        <p:spPr>
          <a:xfrm>
            <a:off x="5932672" y="4528648"/>
            <a:ext cx="1066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Search Layer</a:t>
            </a:r>
            <a:endParaRPr sz="11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8" name="Google Shape;1208;g2f99d3f5a6d_0_6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76324" y="4819555"/>
            <a:ext cx="639434" cy="408122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g2f99d3f5a6d_0_65"/>
          <p:cNvSpPr txBox="1"/>
          <p:nvPr/>
        </p:nvSpPr>
        <p:spPr>
          <a:xfrm>
            <a:off x="6134350" y="5133650"/>
            <a:ext cx="747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Chroma</a:t>
            </a:r>
            <a:endParaRPr sz="11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g2f99d3f5a6d_0_65"/>
          <p:cNvSpPr txBox="1"/>
          <p:nvPr/>
        </p:nvSpPr>
        <p:spPr>
          <a:xfrm>
            <a:off x="5623764" y="5369598"/>
            <a:ext cx="1684200" cy="9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Stores embedded paragraphs and compares to embedded query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g2f99d3f5a6d_0_65"/>
          <p:cNvSpPr txBox="1"/>
          <p:nvPr/>
        </p:nvSpPr>
        <p:spPr>
          <a:xfrm>
            <a:off x="5715262" y="2272938"/>
            <a:ext cx="1465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Website Data</a:t>
            </a:r>
            <a:endParaRPr sz="11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Links, Cookies notice, forms, blogs, articles, etc</a:t>
            </a:r>
            <a:endParaRPr sz="9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g2f99d3f5a6d_0_65"/>
          <p:cNvSpPr txBox="1"/>
          <p:nvPr/>
        </p:nvSpPr>
        <p:spPr>
          <a:xfrm>
            <a:off x="5797738" y="1645997"/>
            <a:ext cx="1420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Knowledge Base</a:t>
            </a:r>
            <a:endParaRPr sz="11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3" name="Google Shape;1213;g2f99d3f5a6d_0_6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84908" y="1911143"/>
            <a:ext cx="610695" cy="6054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4" name="Google Shape;1214;g2f99d3f5a6d_0_65"/>
          <p:cNvCxnSpPr/>
          <p:nvPr/>
        </p:nvCxnSpPr>
        <p:spPr>
          <a:xfrm>
            <a:off x="7326633" y="2321456"/>
            <a:ext cx="849000" cy="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15" name="Google Shape;1215;g2f99d3f5a6d_0_65"/>
          <p:cNvCxnSpPr/>
          <p:nvPr/>
        </p:nvCxnSpPr>
        <p:spPr>
          <a:xfrm>
            <a:off x="9080975" y="2316450"/>
            <a:ext cx="997500" cy="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16" name="Google Shape;1216;g2f99d3f5a6d_0_65"/>
          <p:cNvSpPr txBox="1"/>
          <p:nvPr/>
        </p:nvSpPr>
        <p:spPr>
          <a:xfrm>
            <a:off x="7536477" y="2046336"/>
            <a:ext cx="451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URL</a:t>
            </a:r>
            <a:endParaRPr sz="1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g2f99d3f5a6d_0_65"/>
          <p:cNvSpPr txBox="1"/>
          <p:nvPr/>
        </p:nvSpPr>
        <p:spPr>
          <a:xfrm>
            <a:off x="7874677" y="2446386"/>
            <a:ext cx="14652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sz="11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Extraction &amp; Preprocessing</a:t>
            </a:r>
            <a:endParaRPr sz="1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8" name="Google Shape;1218;g2f99d3f5a6d_0_6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141578" y="2018706"/>
            <a:ext cx="610695" cy="605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g2f99d3f5a6d_0_65"/>
          <p:cNvSpPr txBox="1"/>
          <p:nvPr/>
        </p:nvSpPr>
        <p:spPr>
          <a:xfrm>
            <a:off x="9992137" y="2596050"/>
            <a:ext cx="909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Store Data</a:t>
            </a:r>
            <a:endParaRPr sz="11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g2f99d3f5a6d_0_65"/>
          <p:cNvSpPr txBox="1"/>
          <p:nvPr/>
        </p:nvSpPr>
        <p:spPr>
          <a:xfrm>
            <a:off x="8764975" y="2018688"/>
            <a:ext cx="1531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Cleaned Data</a:t>
            </a:r>
            <a:endParaRPr sz="1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1" name="Google Shape;1221;g2f99d3f5a6d_0_6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992125" y="4852390"/>
            <a:ext cx="909600" cy="847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2" name="Google Shape;1222;g2f99d3f5a6d_0_65"/>
          <p:cNvPicPr preferRelativeResize="0"/>
          <p:nvPr/>
        </p:nvPicPr>
        <p:blipFill rotWithShape="1">
          <a:blip r:embed="rId7">
            <a:alphaModFix/>
          </a:blip>
          <a:srcRect l="-1208" t="-2268" r="-1217" b="8512"/>
          <a:stretch/>
        </p:blipFill>
        <p:spPr>
          <a:xfrm>
            <a:off x="8331531" y="4969912"/>
            <a:ext cx="614118" cy="612430"/>
          </a:xfrm>
          <a:prstGeom prst="rect">
            <a:avLst/>
          </a:prstGeom>
          <a:noFill/>
          <a:ln>
            <a:noFill/>
          </a:ln>
        </p:spPr>
      </p:pic>
      <p:sp>
        <p:nvSpPr>
          <p:cNvPr id="1223" name="Google Shape;1223;g2f99d3f5a6d_0_65"/>
          <p:cNvSpPr txBox="1"/>
          <p:nvPr/>
        </p:nvSpPr>
        <p:spPr>
          <a:xfrm>
            <a:off x="8116798" y="5463914"/>
            <a:ext cx="1066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OpenAI Embeddings</a:t>
            </a:r>
            <a:endParaRPr sz="11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4" name="Google Shape;1224;g2f99d3f5a6d_0_65"/>
          <p:cNvCxnSpPr/>
          <p:nvPr/>
        </p:nvCxnSpPr>
        <p:spPr>
          <a:xfrm flipH="1">
            <a:off x="7333637" y="5353930"/>
            <a:ext cx="931200" cy="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25" name="Google Shape;1225;g2f99d3f5a6d_0_65"/>
          <p:cNvCxnSpPr/>
          <p:nvPr/>
        </p:nvCxnSpPr>
        <p:spPr>
          <a:xfrm>
            <a:off x="10296463" y="3161100"/>
            <a:ext cx="6600" cy="130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26" name="Google Shape;1226;g2f99d3f5a6d_0_65"/>
          <p:cNvSpPr txBox="1"/>
          <p:nvPr/>
        </p:nvSpPr>
        <p:spPr>
          <a:xfrm>
            <a:off x="9467726" y="5463925"/>
            <a:ext cx="1774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LangChain</a:t>
            </a:r>
            <a:endParaRPr sz="11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Recursive Chunking</a:t>
            </a:r>
            <a:endParaRPr sz="11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g2f99d3f5a6d_0_65"/>
          <p:cNvSpPr txBox="1"/>
          <p:nvPr/>
        </p:nvSpPr>
        <p:spPr>
          <a:xfrm>
            <a:off x="9080963" y="4918800"/>
            <a:ext cx="105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Chunks (Paragraphs)</a:t>
            </a:r>
            <a:endParaRPr sz="1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g2f99d3f5a6d_0_65"/>
          <p:cNvSpPr txBox="1"/>
          <p:nvPr/>
        </p:nvSpPr>
        <p:spPr>
          <a:xfrm>
            <a:off x="7359099" y="4901696"/>
            <a:ext cx="95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Embedded Paragraphs</a:t>
            </a:r>
            <a:endParaRPr sz="1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9" name="Google Shape;1229;g2f99d3f5a6d_0_65"/>
          <p:cNvCxnSpPr/>
          <p:nvPr/>
        </p:nvCxnSpPr>
        <p:spPr>
          <a:xfrm flipH="1">
            <a:off x="9012340" y="5394076"/>
            <a:ext cx="931200" cy="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30" name="Google Shape;1230;g2f99d3f5a6d_0_65"/>
          <p:cNvSpPr txBox="1"/>
          <p:nvPr/>
        </p:nvSpPr>
        <p:spPr>
          <a:xfrm>
            <a:off x="723950" y="3631373"/>
            <a:ext cx="52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endParaRPr sz="12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1" name="Google Shape;1231;g2f99d3f5a6d_0_65"/>
          <p:cNvCxnSpPr>
            <a:endCxn id="1195" idx="2"/>
          </p:cNvCxnSpPr>
          <p:nvPr/>
        </p:nvCxnSpPr>
        <p:spPr>
          <a:xfrm rot="10800000">
            <a:off x="2657942" y="3999892"/>
            <a:ext cx="5700" cy="1401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32" name="Google Shape;1232;g2f99d3f5a6d_0_65"/>
          <p:cNvCxnSpPr/>
          <p:nvPr/>
        </p:nvCxnSpPr>
        <p:spPr>
          <a:xfrm flipH="1">
            <a:off x="6444100" y="3556000"/>
            <a:ext cx="7500" cy="1015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33" name="Google Shape;1233;g2f99d3f5a6d_0_65"/>
          <p:cNvSpPr txBox="1"/>
          <p:nvPr/>
        </p:nvSpPr>
        <p:spPr>
          <a:xfrm>
            <a:off x="8410900" y="3639025"/>
            <a:ext cx="1935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cleaned_website_data.csv</a:t>
            </a:r>
            <a:endParaRPr sz="11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4" name="Google Shape;1234;g2f99d3f5a6d_0_65"/>
          <p:cNvCxnSpPr/>
          <p:nvPr/>
        </p:nvCxnSpPr>
        <p:spPr>
          <a:xfrm flipH="1">
            <a:off x="4794125" y="3560225"/>
            <a:ext cx="1657500" cy="13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35" name="Google Shape;1235;g2f99d3f5a6d_0_65"/>
          <p:cNvCxnSpPr/>
          <p:nvPr/>
        </p:nvCxnSpPr>
        <p:spPr>
          <a:xfrm flipH="1">
            <a:off x="2657800" y="5384800"/>
            <a:ext cx="1164900" cy="19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2fa2707f2fe_0_24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BEST PRACTICES</a:t>
            </a:r>
            <a:endParaRPr/>
          </a:p>
        </p:txBody>
      </p:sp>
      <p:sp>
        <p:nvSpPr>
          <p:cNvPr id="1242" name="Google Shape;1242;g2fa2707f2fe_0_24"/>
          <p:cNvSpPr txBox="1">
            <a:spLocks noGrp="1"/>
          </p:cNvSpPr>
          <p:nvPr>
            <p:ph type="body" idx="1"/>
          </p:nvPr>
        </p:nvSpPr>
        <p:spPr>
          <a:xfrm>
            <a:off x="1254116" y="1753228"/>
            <a:ext cx="4403734" cy="1918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        </a:t>
            </a:r>
            <a:r>
              <a:rPr lang="en-US" sz="1400" b="1">
                <a:solidFill>
                  <a:schemeClr val="dk1"/>
                </a:solidFill>
              </a:rPr>
              <a:t>Continuous Integration and Deployment</a:t>
            </a:r>
            <a:endParaRPr sz="14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b="1">
                <a:solidFill>
                  <a:schemeClr val="dk1"/>
                </a:solidFill>
              </a:rPr>
              <a:t>Practice:</a:t>
            </a:r>
            <a:r>
              <a:rPr lang="en-US" sz="1400">
                <a:solidFill>
                  <a:schemeClr val="dk1"/>
                </a:solidFill>
              </a:rPr>
              <a:t> Implement CICD pipelines to automate testing and deployment processes.</a:t>
            </a:r>
            <a:endParaRPr sz="14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b="1">
                <a:solidFill>
                  <a:schemeClr val="dk1"/>
                </a:solidFill>
              </a:rPr>
              <a:t>Benefit:</a:t>
            </a:r>
            <a:r>
              <a:rPr lang="en-US" sz="1400">
                <a:solidFill>
                  <a:schemeClr val="dk1"/>
                </a:solidFill>
              </a:rPr>
              <a:t> Ensures consistent code quality, reduces manual errors, and speeds up the delivery of new features and fixes.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243" name="Google Shape;1243;g2fa2707f2fe_0_24"/>
          <p:cNvSpPr txBox="1">
            <a:spLocks noGrp="1"/>
          </p:cNvSpPr>
          <p:nvPr>
            <p:ph type="body" idx="5"/>
          </p:nvPr>
        </p:nvSpPr>
        <p:spPr>
          <a:xfrm>
            <a:off x="6959788" y="1825686"/>
            <a:ext cx="5105400" cy="1739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>
                <a:solidFill>
                  <a:schemeClr val="dk1"/>
                </a:solidFill>
              </a:rPr>
              <a:t>          </a:t>
            </a:r>
            <a:r>
              <a:rPr lang="en-US" sz="1400" b="1"/>
              <a:t>Modular Code Design</a:t>
            </a:r>
            <a:endParaRPr sz="14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US" sz="1400" b="1"/>
              <a:t>Practice:</a:t>
            </a:r>
            <a:r>
              <a:rPr lang="en-US" sz="1400"/>
              <a:t> Develop code in modular blocks to facilitate easier updates, debugging, and scalability.</a:t>
            </a:r>
            <a:endParaRPr sz="14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US" sz="1400" b="1"/>
              <a:t>Benefit:</a:t>
            </a:r>
            <a:r>
              <a:rPr lang="en-US" sz="1400"/>
              <a:t> Simplifies maintenance and allows for rapid adaptation to new requirements or changes in technology.</a:t>
            </a: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endParaRPr sz="2000"/>
          </a:p>
        </p:txBody>
      </p:sp>
      <p:sp>
        <p:nvSpPr>
          <p:cNvPr id="1244" name="Google Shape;1244;g2fa2707f2fe_0_24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20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245" name="Google Shape;1245;g2fa2707f2fe_0_24" descr="A logo with a fox hea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015" y="2199749"/>
            <a:ext cx="988337" cy="99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6" name="Google Shape;1246;g2fa2707f2fe_0_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5428" y="2199749"/>
            <a:ext cx="1050969" cy="90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7" name="Google Shape;1247;g2fa2707f2fe_0_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90870" y="4388135"/>
            <a:ext cx="1050969" cy="807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8" name="Google Shape;1248;g2fa2707f2fe_0_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7020" y="4294799"/>
            <a:ext cx="855160" cy="99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9" name="Google Shape;1249;g2fa2707f2fe_0_24"/>
          <p:cNvSpPr txBox="1"/>
          <p:nvPr/>
        </p:nvSpPr>
        <p:spPr>
          <a:xfrm>
            <a:off x="1331072" y="4036627"/>
            <a:ext cx="4664028" cy="171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Robust Error Handling and Logging</a:t>
            </a:r>
            <a:endParaRPr/>
          </a:p>
          <a:p>
            <a:pPr marL="457200" marR="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Incorporate comprehensive error handling and detailed logging throughout the application.</a:t>
            </a:r>
            <a:endParaRPr/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Benefit: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Aids in quick diagnosis and resolution of issues, improving reliability and user trust.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g2fa2707f2fe_0_24"/>
          <p:cNvSpPr txBox="1"/>
          <p:nvPr/>
        </p:nvSpPr>
        <p:spPr>
          <a:xfrm>
            <a:off x="6837609" y="3935942"/>
            <a:ext cx="5058006" cy="171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Flexible Technology Stack</a:t>
            </a:r>
            <a:endParaRPr/>
          </a:p>
          <a:p>
            <a:pPr marL="457200" marR="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Practice: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Choose a technology stack enabling easy 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 or integration of different AI models and services.</a:t>
            </a:r>
            <a:endParaRPr/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Benefit: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Facilitates quick adaptation to the best available technologies and services, such as switching from OpenAI to LLaMA-2 or Gemini as needed.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2fa0e93b380_4_203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20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257" name="Google Shape;1257;g2fa0e93b380_4_2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8" name="Google Shape;1258;g2fa0e93b380_4_203"/>
          <p:cNvPicPr preferRelativeResize="0"/>
          <p:nvPr/>
        </p:nvPicPr>
        <p:blipFill rotWithShape="1">
          <a:blip r:embed="rId4">
            <a:alphaModFix amt="79000"/>
          </a:blip>
          <a:srcRect b="27948"/>
          <a:stretch/>
        </p:blipFill>
        <p:spPr>
          <a:xfrm>
            <a:off x="0" y="0"/>
            <a:ext cx="1222842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g2fa0e93b380_4_203"/>
          <p:cNvSpPr txBox="1">
            <a:spLocks noGrp="1"/>
          </p:cNvSpPr>
          <p:nvPr>
            <p:ph type="title"/>
          </p:nvPr>
        </p:nvSpPr>
        <p:spPr>
          <a:xfrm>
            <a:off x="799620" y="2788138"/>
            <a:ext cx="7963500" cy="1325700"/>
          </a:xfrm>
          <a:prstGeom prst="rect">
            <a:avLst/>
          </a:prstGeom>
          <a:noFill/>
          <a:ln>
            <a:noFill/>
          </a:ln>
          <a:effectLst>
            <a:outerShdw blurRad="57150" dist="47625" dir="5400000" algn="bl" rotWithShape="0">
              <a:srgbClr val="000000">
                <a:alpha val="1098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LEARNINGS &amp; CHALLENGES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60" name="Google Shape;1260;g2fa0e93b380_4_203"/>
          <p:cNvSpPr txBox="1"/>
          <p:nvPr/>
        </p:nvSpPr>
        <p:spPr>
          <a:xfrm>
            <a:off x="799635" y="5841066"/>
            <a:ext cx="3752100" cy="338700"/>
          </a:xfrm>
          <a:prstGeom prst="rect">
            <a:avLst/>
          </a:prstGeom>
          <a:noFill/>
          <a:ln>
            <a:noFill/>
          </a:ln>
          <a:effectLst>
            <a:outerShdw blurRad="57150" dist="47625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enable #HumanFirstDIGITAL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1" name="Google Shape;1261;g2fa0e93b380_4_203"/>
          <p:cNvPicPr preferRelativeResize="0"/>
          <p:nvPr/>
        </p:nvPicPr>
        <p:blipFill rotWithShape="1">
          <a:blip r:embed="rId5">
            <a:alphaModFix/>
          </a:blip>
          <a:srcRect l="15095" t="16702" r="14561" b="16542"/>
          <a:stretch/>
        </p:blipFill>
        <p:spPr>
          <a:xfrm>
            <a:off x="10439224" y="-109350"/>
            <a:ext cx="1697825" cy="86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65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20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268" name="Google Shape;1268;p65"/>
          <p:cNvSpPr txBox="1"/>
          <p:nvPr/>
        </p:nvSpPr>
        <p:spPr>
          <a:xfrm>
            <a:off x="632212" y="615526"/>
            <a:ext cx="88308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US" sz="43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CHALLENGES AND SOLUTIONS</a:t>
            </a:r>
            <a:br>
              <a:rPr lang="en-US" sz="43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3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65"/>
          <p:cNvSpPr txBox="1">
            <a:spLocks noGrp="1"/>
          </p:cNvSpPr>
          <p:nvPr>
            <p:ph type="body" idx="1"/>
          </p:nvPr>
        </p:nvSpPr>
        <p:spPr>
          <a:xfrm>
            <a:off x="723900" y="3657943"/>
            <a:ext cx="2572800" cy="27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</a:pPr>
            <a:r>
              <a:rPr lang="en-US" sz="1200" b="1"/>
              <a:t>Challenge:</a:t>
            </a:r>
            <a:r>
              <a:rPr lang="en-US" sz="1200"/>
              <a:t> Initial reliance on uniform data scraping methods led to inconsistent data quality 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</a:pPr>
            <a:r>
              <a:rPr lang="en-US" sz="1200" b="1"/>
              <a:t>Solution:</a:t>
            </a:r>
            <a:r>
              <a:rPr lang="en-US" sz="1200"/>
              <a:t> Implemented combination of Selenium for dynamic content and Requests for static pages, enhancing data consistency.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SzPts val="825"/>
              <a:buNone/>
            </a:pPr>
            <a:endParaRPr sz="1200"/>
          </a:p>
        </p:txBody>
      </p:sp>
      <p:sp>
        <p:nvSpPr>
          <p:cNvPr id="1270" name="Google Shape;1270;p65"/>
          <p:cNvSpPr txBox="1"/>
          <p:nvPr/>
        </p:nvSpPr>
        <p:spPr>
          <a:xfrm>
            <a:off x="3451950" y="3657943"/>
            <a:ext cx="2572800" cy="27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1D6EE4"/>
              </a:buClr>
              <a:buSzPts val="1600"/>
              <a:buFont typeface="Arial"/>
              <a:buNone/>
            </a:pPr>
            <a:r>
              <a:rPr lang="en-US" sz="1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Challenge:</a:t>
            </a:r>
            <a:r>
              <a:rPr lang="en-US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Inconsistent text segmentation affecting data quality.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1D6EE4"/>
              </a:buClr>
              <a:buSzPts val="1600"/>
              <a:buFont typeface="Arial"/>
              <a:buNone/>
            </a:pPr>
            <a:r>
              <a:rPr lang="en-US" sz="1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r>
              <a:rPr lang="en-US"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Switched to recursive semantic chunking for better context capture, enhancing response relevance.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65"/>
          <p:cNvSpPr txBox="1"/>
          <p:nvPr/>
        </p:nvSpPr>
        <p:spPr>
          <a:xfrm>
            <a:off x="11603188" y="6429088"/>
            <a:ext cx="4620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6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65"/>
          <p:cNvSpPr txBox="1"/>
          <p:nvPr/>
        </p:nvSpPr>
        <p:spPr>
          <a:xfrm>
            <a:off x="591527" y="3168150"/>
            <a:ext cx="2572800" cy="5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en-US" sz="13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Extraction Variability</a:t>
            </a:r>
            <a:endParaRPr sz="13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65"/>
          <p:cNvSpPr txBox="1"/>
          <p:nvPr/>
        </p:nvSpPr>
        <p:spPr>
          <a:xfrm>
            <a:off x="3210776" y="3168147"/>
            <a:ext cx="2572800" cy="5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en-US" sz="13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Chunking Techniques</a:t>
            </a:r>
            <a:endParaRPr/>
          </a:p>
        </p:txBody>
      </p:sp>
      <p:sp>
        <p:nvSpPr>
          <p:cNvPr id="1274" name="Google Shape;1274;p65"/>
          <p:cNvSpPr txBox="1"/>
          <p:nvPr/>
        </p:nvSpPr>
        <p:spPr>
          <a:xfrm>
            <a:off x="6180000" y="3480518"/>
            <a:ext cx="2572800" cy="27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Variations in retrieval speed and accuracy across databases.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Transitioned from FAISS to ChromaDB for improved balance in speed and accuracy.</a:t>
            </a:r>
            <a:endParaRPr/>
          </a:p>
          <a:p>
            <a:pPr marL="457200" marR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65"/>
          <p:cNvSpPr txBox="1"/>
          <p:nvPr/>
        </p:nvSpPr>
        <p:spPr>
          <a:xfrm>
            <a:off x="5939788" y="3168147"/>
            <a:ext cx="2572800" cy="5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Optimal Vector Database </a:t>
            </a:r>
            <a:endParaRPr/>
          </a:p>
        </p:txBody>
      </p:sp>
      <p:sp>
        <p:nvSpPr>
          <p:cNvPr id="1276" name="Google Shape;1276;p65"/>
          <p:cNvSpPr txBox="1"/>
          <p:nvPr/>
        </p:nvSpPr>
        <p:spPr>
          <a:xfrm>
            <a:off x="8908051" y="3480518"/>
            <a:ext cx="2572800" cy="27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000" rIns="180000" bIns="144000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Chatbot handling irrelevant queries, wasting resources.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Introduced front-end guardrails to filter non-essential questions, optimizing performance and user experience.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65"/>
          <p:cNvSpPr txBox="1"/>
          <p:nvPr/>
        </p:nvSpPr>
        <p:spPr>
          <a:xfrm>
            <a:off x="8668825" y="3168147"/>
            <a:ext cx="2572800" cy="5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180000" bIns="360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Implementing Guardrails </a:t>
            </a:r>
            <a:endParaRPr/>
          </a:p>
        </p:txBody>
      </p:sp>
      <p:pic>
        <p:nvPicPr>
          <p:cNvPr id="1278" name="Google Shape;127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9625" y="1688213"/>
            <a:ext cx="1669198" cy="1624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9" name="Google Shape;1279;p65"/>
          <p:cNvPicPr preferRelativeResize="0"/>
          <p:nvPr/>
        </p:nvPicPr>
        <p:blipFill rotWithShape="1">
          <a:blip r:embed="rId4">
            <a:alphaModFix/>
          </a:blip>
          <a:srcRect l="98429" t="42622" r="-38397" b="-12289"/>
          <a:stretch/>
        </p:blipFill>
        <p:spPr>
          <a:xfrm>
            <a:off x="8512600" y="2434775"/>
            <a:ext cx="4872826" cy="4777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65"/>
          <p:cNvPicPr preferRelativeResize="0"/>
          <p:nvPr/>
        </p:nvPicPr>
        <p:blipFill rotWithShape="1">
          <a:blip r:embed="rId4">
            <a:alphaModFix/>
          </a:blip>
          <a:srcRect l="11310" t="16340" r="51557" b="17263"/>
          <a:stretch/>
        </p:blipFill>
        <p:spPr>
          <a:xfrm>
            <a:off x="3689367" y="1641775"/>
            <a:ext cx="1615619" cy="162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1" name="Google Shape;1281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92675" y="1799700"/>
            <a:ext cx="1368449" cy="1368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2" name="Google Shape;1282;p65"/>
          <p:cNvPicPr preferRelativeResize="0"/>
          <p:nvPr/>
        </p:nvPicPr>
        <p:blipFill rotWithShape="1">
          <a:blip r:embed="rId6">
            <a:alphaModFix/>
          </a:blip>
          <a:srcRect l="24131" t="764" r="23086" b="11385"/>
          <a:stretch/>
        </p:blipFill>
        <p:spPr>
          <a:xfrm>
            <a:off x="9303250" y="1912750"/>
            <a:ext cx="1282674" cy="121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2f99d3f5a6d_1_24"/>
          <p:cNvSpPr/>
          <p:nvPr/>
        </p:nvSpPr>
        <p:spPr>
          <a:xfrm>
            <a:off x="3708062" y="2629346"/>
            <a:ext cx="7407491" cy="1104321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g2f99d3f5a6d_1_24"/>
          <p:cNvSpPr/>
          <p:nvPr/>
        </p:nvSpPr>
        <p:spPr>
          <a:xfrm>
            <a:off x="3708061" y="3936491"/>
            <a:ext cx="7407491" cy="1104321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g2f99d3f5a6d_1_24"/>
          <p:cNvSpPr/>
          <p:nvPr/>
        </p:nvSpPr>
        <p:spPr>
          <a:xfrm>
            <a:off x="3708061" y="5232922"/>
            <a:ext cx="7407491" cy="1104321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g2f99d3f5a6d_1_24"/>
          <p:cNvSpPr/>
          <p:nvPr/>
        </p:nvSpPr>
        <p:spPr>
          <a:xfrm>
            <a:off x="3708063" y="1322201"/>
            <a:ext cx="7407491" cy="1104321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g2f99d3f5a6d_1_24"/>
          <p:cNvSpPr/>
          <p:nvPr/>
        </p:nvSpPr>
        <p:spPr>
          <a:xfrm>
            <a:off x="889522" y="5238278"/>
            <a:ext cx="2649192" cy="1098965"/>
          </a:xfrm>
          <a:prstGeom prst="rect">
            <a:avLst/>
          </a:prstGeom>
          <a:solidFill>
            <a:srgbClr val="70E3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g2f99d3f5a6d_1_24"/>
          <p:cNvSpPr/>
          <p:nvPr/>
        </p:nvSpPr>
        <p:spPr>
          <a:xfrm>
            <a:off x="877778" y="3936490"/>
            <a:ext cx="2649192" cy="1098965"/>
          </a:xfrm>
          <a:prstGeom prst="rect">
            <a:avLst/>
          </a:prstGeom>
          <a:solidFill>
            <a:srgbClr val="93D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g2f99d3f5a6d_1_24"/>
          <p:cNvSpPr/>
          <p:nvPr/>
        </p:nvSpPr>
        <p:spPr>
          <a:xfrm>
            <a:off x="873742" y="2634701"/>
            <a:ext cx="2649192" cy="1098966"/>
          </a:xfrm>
          <a:prstGeom prst="rect">
            <a:avLst/>
          </a:prstGeom>
          <a:solidFill>
            <a:srgbClr val="0835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g2f99d3f5a6d_1_24"/>
          <p:cNvSpPr/>
          <p:nvPr/>
        </p:nvSpPr>
        <p:spPr>
          <a:xfrm>
            <a:off x="877778" y="1322201"/>
            <a:ext cx="2649192" cy="1108651"/>
          </a:xfrm>
          <a:prstGeom prst="rect">
            <a:avLst/>
          </a:prstGeom>
          <a:solidFill>
            <a:srgbClr val="E85B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g2f99d3f5a6d_1_24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PROJECT LEARNINGS</a:t>
            </a:r>
            <a:endParaRPr/>
          </a:p>
        </p:txBody>
      </p:sp>
      <p:sp>
        <p:nvSpPr>
          <p:cNvPr id="1297" name="Google Shape;1297;g2f99d3f5a6d_1_24"/>
          <p:cNvSpPr txBox="1">
            <a:spLocks noGrp="1"/>
          </p:cNvSpPr>
          <p:nvPr>
            <p:ph type="body" idx="1"/>
          </p:nvPr>
        </p:nvSpPr>
        <p:spPr>
          <a:xfrm>
            <a:off x="3684926" y="1435532"/>
            <a:ext cx="7453800" cy="11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200" b="1">
                <a:solidFill>
                  <a:schemeClr val="dk1"/>
                </a:solidFill>
              </a:rPr>
              <a:t>Insight:</a:t>
            </a:r>
            <a:r>
              <a:rPr lang="en-US" sz="1200">
                <a:solidFill>
                  <a:schemeClr val="dk1"/>
                </a:solidFill>
              </a:rPr>
              <a:t> Theoretical knowledge of AI and machine learning frameworks was greatly enhanced by practical application in a dynamic environment.</a:t>
            </a:r>
            <a:endParaRPr sz="12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Char char="●"/>
            </a:pPr>
            <a:r>
              <a:rPr lang="en-US" sz="1200" b="1">
                <a:solidFill>
                  <a:schemeClr val="dk1"/>
                </a:solidFill>
              </a:rPr>
              <a:t>Application:</a:t>
            </a:r>
            <a:r>
              <a:rPr lang="en-US" sz="1200">
                <a:solidFill>
                  <a:schemeClr val="dk1"/>
                </a:solidFill>
              </a:rPr>
              <a:t> Hands-on experience with real-world data and user interactions refined our approach to AI-driven solutions.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98" name="Google Shape;1298;g2f99d3f5a6d_1_24"/>
          <p:cNvSpPr txBox="1">
            <a:spLocks noGrp="1"/>
          </p:cNvSpPr>
          <p:nvPr>
            <p:ph type="body" idx="5"/>
          </p:nvPr>
        </p:nvSpPr>
        <p:spPr>
          <a:xfrm>
            <a:off x="3750198" y="5354297"/>
            <a:ext cx="7230600" cy="14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200" b="1">
                <a:solidFill>
                  <a:schemeClr val="dk1"/>
                </a:solidFill>
              </a:rPr>
              <a:t>Insight:</a:t>
            </a:r>
            <a:r>
              <a:rPr lang="en-US" sz="1200">
                <a:solidFill>
                  <a:schemeClr val="dk1"/>
                </a:solidFill>
              </a:rPr>
              <a:t> Building the solution with scalability and flexibility in mind was essential for handling increasing loads and future expansions.</a:t>
            </a:r>
            <a:endParaRPr sz="12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200" b="1">
                <a:solidFill>
                  <a:schemeClr val="dk1"/>
                </a:solidFill>
              </a:rPr>
              <a:t>Application:</a:t>
            </a:r>
            <a:r>
              <a:rPr lang="en-US" sz="1200">
                <a:solidFill>
                  <a:schemeClr val="dk1"/>
                </a:solidFill>
              </a:rPr>
              <a:t> Designing the architecture to be modular allowed for easy updates and integration of new features without disrupting existing functionalities.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99" name="Google Shape;1299;g2f99d3f5a6d_1_24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20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300" name="Google Shape;1300;g2f99d3f5a6d_1_24"/>
          <p:cNvSpPr txBox="1"/>
          <p:nvPr/>
        </p:nvSpPr>
        <p:spPr>
          <a:xfrm>
            <a:off x="1058871" y="1609494"/>
            <a:ext cx="2177143" cy="56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Adapting to Real-World Applications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g2f99d3f5a6d_1_24"/>
          <p:cNvSpPr txBox="1"/>
          <p:nvPr/>
        </p:nvSpPr>
        <p:spPr>
          <a:xfrm>
            <a:off x="889522" y="2901042"/>
            <a:ext cx="2539330" cy="56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Importance of User-Centric Design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g2f99d3f5a6d_1_24"/>
          <p:cNvSpPr txBox="1"/>
          <p:nvPr/>
        </p:nvSpPr>
        <p:spPr>
          <a:xfrm>
            <a:off x="3638654" y="2719660"/>
            <a:ext cx="7453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Insight: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Understanding user needs and behaviors was key to designing a chatbot that genuinely improves the user experience.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Application: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Continuous feedback loops with end-users helped tailor the chatbot to meet specific user demands and expectations.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g2f99d3f5a6d_1_24"/>
          <p:cNvSpPr txBox="1"/>
          <p:nvPr/>
        </p:nvSpPr>
        <p:spPr>
          <a:xfrm>
            <a:off x="625985" y="4210789"/>
            <a:ext cx="3124200" cy="56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Leveraging Cutting-Edge Technology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g2f99d3f5a6d_1_24"/>
          <p:cNvSpPr txBox="1"/>
          <p:nvPr/>
        </p:nvSpPr>
        <p:spPr>
          <a:xfrm>
            <a:off x="3639906" y="4066484"/>
            <a:ext cx="7543800" cy="923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Insight: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Staying updated with the latest advancements in technology, such as Generative AI and microservices, propelled our project forward.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Application: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Regular training and research into new tech tools enabled the team to implement the most effective solutions promptly.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g2f99d3f5a6d_1_24"/>
          <p:cNvSpPr txBox="1"/>
          <p:nvPr/>
        </p:nvSpPr>
        <p:spPr>
          <a:xfrm>
            <a:off x="1058871" y="5512577"/>
            <a:ext cx="2405979" cy="56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Scalability and </a:t>
            </a:r>
            <a:b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Flexibility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10"/>
          <p:cNvSpPr/>
          <p:nvPr/>
        </p:nvSpPr>
        <p:spPr>
          <a:xfrm>
            <a:off x="0" y="7014679"/>
            <a:ext cx="5334000" cy="1035300"/>
          </a:xfrm>
          <a:prstGeom prst="roundRect">
            <a:avLst>
              <a:gd name="adj" fmla="val 437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select an alternate cover image do the following: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 click the link below and select: </a:t>
            </a:r>
            <a:r>
              <a:rPr lang="en-US" sz="1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Hyperlink &gt; Open Hyperlink</a:t>
            </a:r>
            <a:b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Choose Image</a:t>
            </a:r>
            <a:endParaRPr sz="12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Download the image you want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picture from your desktop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10"/>
          <p:cNvSpPr txBox="1">
            <a:spLocks noGrp="1"/>
          </p:cNvSpPr>
          <p:nvPr>
            <p:ph type="title"/>
          </p:nvPr>
        </p:nvSpPr>
        <p:spPr>
          <a:xfrm>
            <a:off x="843420" y="2853838"/>
            <a:ext cx="7748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rgbClr val="FFFFFF"/>
                </a:solidFill>
              </a:rPr>
              <a:t>NEXT STEPS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312" name="Google Shape;1312;p10"/>
          <p:cNvSpPr txBox="1"/>
          <p:nvPr/>
        </p:nvSpPr>
        <p:spPr>
          <a:xfrm>
            <a:off x="726135" y="5782966"/>
            <a:ext cx="3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 enable #HumanFirstDIGITAL</a:t>
            </a:r>
            <a:endParaRPr sz="1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2f99d3f5a6d_0_17"/>
          <p:cNvSpPr txBox="1">
            <a:spLocks noGrp="1"/>
          </p:cNvSpPr>
          <p:nvPr>
            <p:ph type="title"/>
          </p:nvPr>
        </p:nvSpPr>
        <p:spPr>
          <a:xfrm>
            <a:off x="723899" y="577128"/>
            <a:ext cx="88308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DEVELOPMENT ROADMAP</a:t>
            </a:r>
            <a:endParaRPr/>
          </a:p>
        </p:txBody>
      </p:sp>
      <p:sp>
        <p:nvSpPr>
          <p:cNvPr id="1319" name="Google Shape;1319;g2f99d3f5a6d_0_17"/>
          <p:cNvSpPr txBox="1">
            <a:spLocks noGrp="1"/>
          </p:cNvSpPr>
          <p:nvPr>
            <p:ph type="body" idx="1"/>
          </p:nvPr>
        </p:nvSpPr>
        <p:spPr>
          <a:xfrm>
            <a:off x="152397" y="3523864"/>
            <a:ext cx="3701144" cy="1832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/>
              <a:t>Full Website Integration</a:t>
            </a:r>
            <a:endParaRPr sz="1400" b="1"/>
          </a:p>
          <a:p>
            <a:pPr marL="457200" lvl="0" indent="-3175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US" sz="1400" b="1"/>
              <a:t>Objective:</a:t>
            </a:r>
            <a:r>
              <a:rPr lang="en-US" sz="1400"/>
              <a:t> Expand application to encompass entire Apexon website.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US" sz="1400" b="1"/>
              <a:t>Purpose:</a:t>
            </a:r>
            <a:r>
              <a:rPr lang="en-US" sz="1400"/>
              <a:t> Provides a unified user experience across all web pages, making every piece of data accessible through the chatbot.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SzPts val="1600"/>
              <a:buNone/>
            </a:pPr>
            <a:endParaRPr sz="1200"/>
          </a:p>
        </p:txBody>
      </p:sp>
      <p:sp>
        <p:nvSpPr>
          <p:cNvPr id="1320" name="Google Shape;1320;g2f99d3f5a6d_0_17"/>
          <p:cNvSpPr txBox="1">
            <a:spLocks noGrp="1"/>
          </p:cNvSpPr>
          <p:nvPr>
            <p:ph type="body" idx="5"/>
          </p:nvPr>
        </p:nvSpPr>
        <p:spPr>
          <a:xfrm>
            <a:off x="8233100" y="3551700"/>
            <a:ext cx="3612900" cy="23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/>
              <a:t>Continuous Learning Mechanism</a:t>
            </a:r>
            <a:endParaRPr sz="1400" b="1"/>
          </a:p>
          <a:p>
            <a:pPr marL="457200" lvl="0" indent="-3175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US" sz="1400" b="1"/>
              <a:t>Objective:</a:t>
            </a:r>
            <a:r>
              <a:rPr lang="en-US" sz="1400"/>
              <a:t> Develop continuous learning framework for chatbot to learn from interactions and improve over time.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US" sz="1400" b="1"/>
              <a:t>Purpose:</a:t>
            </a:r>
            <a:r>
              <a:rPr lang="en-US" sz="1400"/>
              <a:t> Enables system to adapt to new information and changing user behaviors, continuously improving effectiveness and accuracy.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SzPts val="1600"/>
              <a:buNone/>
            </a:pPr>
            <a:endParaRPr sz="1200"/>
          </a:p>
        </p:txBody>
      </p:sp>
      <p:sp>
        <p:nvSpPr>
          <p:cNvPr id="1321" name="Google Shape;1321;g2f99d3f5a6d_0_17"/>
          <p:cNvSpPr txBox="1">
            <a:spLocks noGrp="1"/>
          </p:cNvSpPr>
          <p:nvPr>
            <p:ph type="sldNum" idx="12"/>
          </p:nvPr>
        </p:nvSpPr>
        <p:spPr>
          <a:xfrm>
            <a:off x="11603188" y="6429088"/>
            <a:ext cx="4620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322" name="Google Shape;1322;g2f99d3f5a6d_0_17"/>
          <p:cNvSpPr txBox="1"/>
          <p:nvPr/>
        </p:nvSpPr>
        <p:spPr>
          <a:xfrm>
            <a:off x="4054925" y="3561150"/>
            <a:ext cx="4064400" cy="23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Advanced NLP Features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-US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Objective:</a:t>
            </a:r>
            <a:r>
              <a:rPr lang="en-US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Integrate advanced NLP features to improve chatbot’s understanding and response capabilities.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-US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lang="en-US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Enhances the chatbot's ability to interpret complex queries and deliver more accurate and contextually appropriate responses.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3" name="Google Shape;1323;g2f99d3f5a6d_0_17"/>
          <p:cNvGrpSpPr/>
          <p:nvPr/>
        </p:nvGrpSpPr>
        <p:grpSpPr>
          <a:xfrm>
            <a:off x="0" y="2611056"/>
            <a:ext cx="12192000" cy="685800"/>
            <a:chOff x="-1" y="2357495"/>
            <a:chExt cx="12192000" cy="685800"/>
          </a:xfrm>
        </p:grpSpPr>
        <p:sp>
          <p:nvSpPr>
            <p:cNvPr id="1324" name="Google Shape;1324;g2f99d3f5a6d_0_17"/>
            <p:cNvSpPr/>
            <p:nvPr/>
          </p:nvSpPr>
          <p:spPr>
            <a:xfrm>
              <a:off x="-1" y="2357495"/>
              <a:ext cx="12192000" cy="685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g2f99d3f5a6d_0_17"/>
            <p:cNvSpPr/>
            <p:nvPr/>
          </p:nvSpPr>
          <p:spPr>
            <a:xfrm>
              <a:off x="152398" y="2645296"/>
              <a:ext cx="1143001" cy="11019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g2f99d3f5a6d_0_17"/>
            <p:cNvSpPr/>
            <p:nvPr/>
          </p:nvSpPr>
          <p:spPr>
            <a:xfrm>
              <a:off x="1636881" y="2645296"/>
              <a:ext cx="1143001" cy="11019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g2f99d3f5a6d_0_17"/>
            <p:cNvSpPr/>
            <p:nvPr/>
          </p:nvSpPr>
          <p:spPr>
            <a:xfrm>
              <a:off x="3203232" y="2645296"/>
              <a:ext cx="1143001" cy="11019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g2f99d3f5a6d_0_17"/>
            <p:cNvSpPr/>
            <p:nvPr/>
          </p:nvSpPr>
          <p:spPr>
            <a:xfrm>
              <a:off x="4687715" y="2645296"/>
              <a:ext cx="1143001" cy="11019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g2f99d3f5a6d_0_17"/>
            <p:cNvSpPr/>
            <p:nvPr/>
          </p:nvSpPr>
          <p:spPr>
            <a:xfrm>
              <a:off x="6271585" y="2645296"/>
              <a:ext cx="1143001" cy="11019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g2f99d3f5a6d_0_17"/>
            <p:cNvSpPr/>
            <p:nvPr/>
          </p:nvSpPr>
          <p:spPr>
            <a:xfrm>
              <a:off x="7756068" y="2645296"/>
              <a:ext cx="1143001" cy="11019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g2f99d3f5a6d_0_17"/>
            <p:cNvSpPr/>
            <p:nvPr/>
          </p:nvSpPr>
          <p:spPr>
            <a:xfrm>
              <a:off x="9231792" y="2645296"/>
              <a:ext cx="1143001" cy="11019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g2f99d3f5a6d_0_17"/>
            <p:cNvSpPr/>
            <p:nvPr/>
          </p:nvSpPr>
          <p:spPr>
            <a:xfrm>
              <a:off x="10716275" y="2645296"/>
              <a:ext cx="1143001" cy="11019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3" name="Google Shape;1333;g2f99d3f5a6d_0_17"/>
          <p:cNvSpPr/>
          <p:nvPr/>
        </p:nvSpPr>
        <p:spPr>
          <a:xfrm>
            <a:off x="1477730" y="1638711"/>
            <a:ext cx="760582" cy="774617"/>
          </a:xfrm>
          <a:prstGeom prst="ellipse">
            <a:avLst/>
          </a:prstGeom>
          <a:solidFill>
            <a:srgbClr val="E85B38"/>
          </a:solidFill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g2f99d3f5a6d_0_17"/>
          <p:cNvSpPr/>
          <p:nvPr/>
        </p:nvSpPr>
        <p:spPr>
          <a:xfrm>
            <a:off x="5481662" y="1638711"/>
            <a:ext cx="760582" cy="774617"/>
          </a:xfrm>
          <a:prstGeom prst="ellipse">
            <a:avLst/>
          </a:prstGeom>
          <a:solidFill>
            <a:srgbClr val="083580"/>
          </a:solidFill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g2f99d3f5a6d_0_17"/>
          <p:cNvSpPr/>
          <p:nvPr/>
        </p:nvSpPr>
        <p:spPr>
          <a:xfrm>
            <a:off x="9614212" y="1638711"/>
            <a:ext cx="760582" cy="774617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13"/>
          <p:cNvSpPr txBox="1">
            <a:spLocks noGrp="1"/>
          </p:cNvSpPr>
          <p:nvPr>
            <p:ph type="title"/>
          </p:nvPr>
        </p:nvSpPr>
        <p:spPr>
          <a:xfrm>
            <a:off x="723899" y="1695450"/>
            <a:ext cx="10515600" cy="165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341" name="Google Shape;1341;p13"/>
          <p:cNvSpPr txBox="1">
            <a:spLocks noGrp="1"/>
          </p:cNvSpPr>
          <p:nvPr>
            <p:ph type="body" idx="1"/>
          </p:nvPr>
        </p:nvSpPr>
        <p:spPr>
          <a:xfrm>
            <a:off x="695325" y="4156075"/>
            <a:ext cx="3152775" cy="1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EMAIL US</a:t>
            </a:r>
            <a:endParaRPr/>
          </a:p>
          <a:p>
            <a:pPr marL="0" lvl="1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70EC"/>
                </a:solidFill>
              </a:rPr>
              <a:t>INFO@APEXON.COM</a:t>
            </a:r>
            <a:endParaRPr>
              <a:solidFill>
                <a:srgbClr val="0070EC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sp>
        <p:nvSpPr>
          <p:cNvPr id="1342" name="Google Shape;1342;p13"/>
          <p:cNvSpPr txBox="1">
            <a:spLocks noGrp="1"/>
          </p:cNvSpPr>
          <p:nvPr>
            <p:ph type="body" idx="2"/>
          </p:nvPr>
        </p:nvSpPr>
        <p:spPr>
          <a:xfrm>
            <a:off x="4086225" y="4156583"/>
            <a:ext cx="3152775" cy="1497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TALK TO US</a:t>
            </a:r>
            <a:endParaRPr/>
          </a:p>
          <a:p>
            <a:pPr marL="0" lvl="1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70EC"/>
                </a:solidFill>
              </a:rPr>
              <a:t>+1-408-727-1100</a:t>
            </a:r>
            <a:endParaRPr/>
          </a:p>
        </p:txBody>
      </p:sp>
      <p:pic>
        <p:nvPicPr>
          <p:cNvPr id="1343" name="Google Shape;134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7640" y="3640286"/>
            <a:ext cx="320890" cy="320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4" name="Google Shape;134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89746" y="3629762"/>
            <a:ext cx="320891" cy="320891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13"/>
          <p:cNvSpPr txBox="1"/>
          <p:nvPr/>
        </p:nvSpPr>
        <p:spPr>
          <a:xfrm>
            <a:off x="8227772" y="5914341"/>
            <a:ext cx="375219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enable #HumanFirstDIGITAL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00_Office Theme 2022">
  <a:themeElements>
    <a:clrScheme name="Custom 1">
      <a:dk1>
        <a:srgbClr val="000000"/>
      </a:dk1>
      <a:lt1>
        <a:srgbClr val="FFFFFF"/>
      </a:lt1>
      <a:dk2>
        <a:srgbClr val="3E403E"/>
      </a:dk2>
      <a:lt2>
        <a:srgbClr val="A3A3A3"/>
      </a:lt2>
      <a:accent1>
        <a:srgbClr val="206FF1"/>
      </a:accent1>
      <a:accent2>
        <a:srgbClr val="7B15EF"/>
      </a:accent2>
      <a:accent3>
        <a:srgbClr val="1589EF"/>
      </a:accent3>
      <a:accent4>
        <a:srgbClr val="B500B3"/>
      </a:accent4>
      <a:accent5>
        <a:srgbClr val="14D1F0"/>
      </a:accent5>
      <a:accent6>
        <a:srgbClr val="E815EF"/>
      </a:accent6>
      <a:hlink>
        <a:srgbClr val="95F7F9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00_Office Theme 2022">
  <a:themeElements>
    <a:clrScheme name="Custom 1">
      <a:dk1>
        <a:srgbClr val="000000"/>
      </a:dk1>
      <a:lt1>
        <a:srgbClr val="FFFFFF"/>
      </a:lt1>
      <a:dk2>
        <a:srgbClr val="3E403E"/>
      </a:dk2>
      <a:lt2>
        <a:srgbClr val="A3A3A3"/>
      </a:lt2>
      <a:accent1>
        <a:srgbClr val="206FF1"/>
      </a:accent1>
      <a:accent2>
        <a:srgbClr val="7B15EF"/>
      </a:accent2>
      <a:accent3>
        <a:srgbClr val="1589EF"/>
      </a:accent3>
      <a:accent4>
        <a:srgbClr val="B500B3"/>
      </a:accent4>
      <a:accent5>
        <a:srgbClr val="14D1F0"/>
      </a:accent5>
      <a:accent6>
        <a:srgbClr val="E815EF"/>
      </a:accent6>
      <a:hlink>
        <a:srgbClr val="95F7F9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1690</Words>
  <Application>Microsoft Macintosh PowerPoint</Application>
  <PresentationFormat>Widescreen</PresentationFormat>
  <Paragraphs>249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-webkit-standard</vt:lpstr>
      <vt:lpstr>Arial</vt:lpstr>
      <vt:lpstr>Calibri</vt:lpstr>
      <vt:lpstr>00_Office Theme 2022</vt:lpstr>
      <vt:lpstr>00_Office Theme 2022</vt:lpstr>
      <vt:lpstr>ApexBot</vt:lpstr>
      <vt:lpstr>AGENDA</vt:lpstr>
      <vt:lpstr>EXECUTIVE SUMMARY</vt:lpstr>
      <vt:lpstr>EXECUTIVE SUMMARY</vt:lpstr>
      <vt:lpstr>MARKET ANALYSIS</vt:lpstr>
      <vt:lpstr>MARKET VALUE</vt:lpstr>
      <vt:lpstr>POTENTIAL BUYER MARKETS</vt:lpstr>
      <vt:lpstr>SOLUTION DEEP-DIVE </vt:lpstr>
      <vt:lpstr>TECH STACK</vt:lpstr>
      <vt:lpstr>SOLUTION ARCHITECTURE</vt:lpstr>
      <vt:lpstr>BEST PRACTICES</vt:lpstr>
      <vt:lpstr>LEARNINGS &amp; CHALLENGES</vt:lpstr>
      <vt:lpstr>PowerPoint Presentation</vt:lpstr>
      <vt:lpstr>PROJECT LEARNINGS</vt:lpstr>
      <vt:lpstr>NEXT STEPS</vt:lpstr>
      <vt:lpstr>DEVELOPMENT ROADMAP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Raghav Gupta</cp:lastModifiedBy>
  <cp:revision>1</cp:revision>
  <dcterms:created xsi:type="dcterms:W3CDTF">2022-03-08T18:55:23Z</dcterms:created>
  <dcterms:modified xsi:type="dcterms:W3CDTF">2024-10-11T18:25:59Z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0x01010071D657538099E3439F9DEC5799473834</vt:lpwstr>
  </property>
</Properties>
</file>